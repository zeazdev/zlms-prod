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  <p:sldId id="267" r:id="rId5"/>
    <p:sldId id="27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 snapToGrid="0">
      <p:cViewPr varScale="1">
        <p:scale>
          <a:sx n="74" d="100"/>
          <a:sy n="74" d="100"/>
        </p:scale>
        <p:origin x="-36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7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3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9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1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1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7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28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1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7508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71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81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2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442F-C6F6-48B3-A41B-736827A4D0D9}" type="datetimeFigureOut">
              <a:rPr lang="en-US" smtClean="0"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0C46D1-8997-4E25-866B-750E4D2A7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2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FmMSe6u9f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F1hFF_qMXg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8FE69D-37BB-4AF0-B056-169FD3B9E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3609"/>
            <a:ext cx="9144000" cy="3991285"/>
          </a:xfrm>
        </p:spPr>
        <p:txBody>
          <a:bodyPr>
            <a:noAutofit/>
          </a:bodyPr>
          <a:lstStyle/>
          <a:p>
            <a:pPr algn="ctr"/>
            <a:r>
              <a:rPr lang="th-TH" sz="8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พระราชบัญญัติการพนัน</a:t>
            </a:r>
            <a:r>
              <a:rPr lang="en-US" sz="8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/>
            </a:r>
            <a:br>
              <a:rPr lang="en-US" sz="8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8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พุทธศักราช 2478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61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D16047-298E-40DF-A722-105BE51B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9154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บุกทลายบ่อนไพ่</a:t>
            </a:r>
            <a:r>
              <a:rPr lang="th-TH" sz="4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ไฮโล</a:t>
            </a:r>
            <a:r>
              <a:rPr lang="th-TH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กลางสวนยาง นักพนันกว่า </a:t>
            </a:r>
            <a:r>
              <a:rPr lang="en-US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50 </a:t>
            </a:r>
            <a:r>
              <a:rPr lang="th-TH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คนวิ่งหนีกระเจิง</a:t>
            </a:r>
            <a: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/>
            </a:r>
            <a:br>
              <a:rPr 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Online Media 6">
            <a:hlinkClick r:id="" action="ppaction://media"/>
            <a:extLst>
              <a:ext uri="{FF2B5EF4-FFF2-40B4-BE49-F238E27FC236}">
                <a16:creationId xmlns:a16="http://schemas.microsoft.com/office/drawing/2014/main" xmlns="" id="{9B103C0C-972D-4045-967B-75342CC5665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11253" y="1224722"/>
            <a:ext cx="8769494" cy="493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3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C979D5-173B-4582-BDE8-421A4DF1C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78" y="124239"/>
            <a:ext cx="11080658" cy="66095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marL="0" indent="0" algn="just">
              <a:buNone/>
            </a:pPr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ก.พ.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2562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เมื่อเวลา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16.00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น. นายธนาวุฒิ ทองทวี นายอำเภอปากคาด จ.บึงกาฬ สืบทราบว่าที่สวนยางพาราบริเวณหมู่บ้านสมสนุก หมู่ที่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ต.สมสนุก อ.ปากคาด มีการลักลอบเล่นการพนันไพ่และไฮโล</a:t>
            </a:r>
            <a:endParaRPr lang="en-US" sz="24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จึงได้สั่งการให้ นายฐานวีร์ อังศุชวาลกิจ ปลัดอำเภอฝ่ายความมั่นคง นายสงกรานต์ โยธาจันทร์ ปลัดอำเภอปากคาดและชุดเฉพาะกิจฝ่ายปกครองอำเภอปากคาด โดยนายพศิน ภาสว่าง กำนันตำบลโนนศิลา และนายพงษ์ศักดิ์ พลภักดี กำนันตำบลปากคาด</a:t>
            </a:r>
            <a:endParaRPr lang="en-US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ร่วมกับอาสาสมัครฝ่ายปกครองสนธิกำลังกับ พ.ต.ท.ปกรณ์ ปัญญามงคล สว.สส.สภ.ปากคาด บุกเข้าปิดล้อมสวนยางพาราดังกล่าว พบนักพนันกว่า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50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คนกำลังก้มหน้าก้มตาเล่นพนันไพ่และไฮโลอย่างเคร่งเครียดๆ</a:t>
            </a:r>
            <a:endParaRPr lang="en-US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เมื่อเห็นเจ้าหน้าที่จึงวิ่งหนีกันแตกกระเจิงไปคนละทิศละทางทั้งคนแก่ผู้หญิงและผู้ชาย ควบคุมตัวได้ สำนวน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คน เป็นชาย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หญิง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คน ทราบชื่อ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นายทองจิต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48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นางสาวธนพรพรรณ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37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นางวรรณเพ็ญ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57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นางสหวีวัน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53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นางสี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 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66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นางบังอร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50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นางคำปุ่น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46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นางวิลัย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43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นางกระบวน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48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นายเพ็ชรสุพรรณ์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44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และ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นายบัวไหล อายุ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65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 ยึดของกลาง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ไพ่ (หลังสีดำ) จำนวน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87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ใบ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เงินสดจำนวน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120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บาท (หนึ่งร้อยยี่สิบบาท)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ตะกร้าใส่เงิน จำนวน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ใบ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ผ้าปูพื้นสำหรับรองเล่นการพนัน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ผืน</a:t>
            </a:r>
            <a:endParaRPr lang="en-US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just"/>
            <a:endParaRPr lang="en-US" sz="2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6059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52EA07-18B6-4F15-94A8-87DDCD85E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586409"/>
            <a:ext cx="10282587" cy="593030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th-TH" sz="2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จากคลิปที่ได้ชม </a:t>
            </a: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เป็นความผิดตาม มาตรา </a:t>
            </a:r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4 </a:t>
            </a: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</a:t>
            </a:r>
            <a:r>
              <a:rPr 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6 </a:t>
            </a: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แห่งพระราชบัญญัติการพนัน พ.ศ.</a:t>
            </a:r>
            <a:r>
              <a:rPr lang="en-US" sz="2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2487</a:t>
            </a:r>
            <a:endParaRPr lang="th-TH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มาตรา 4  </a:t>
            </a: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ห้ามมิให้อนุญาตจัดให้มี หรือเข้าเล่น หรือเข้าพนันในการเล่นอันระบุไว้ในบัญชี ก. ท้ายพระราชบัญญัตินี้ หรือการเล่นซึ่งมีลักษณะคล้ายกัน หรือการเล่นอันร้ายแรงอื่นใด ซึ่งรัฐมนตรีเจ้าหน้าที่ได้ออกกฎกระทรวงระบุเพิ่มเติมห้ามไว้ แต่เมื่อรัฐบาลพิจารณาเห็นว่า ณ สถานที่ใดสมควรจะอนุญาตภายใต้บังคับเงื่อนไขใด ๆ ให้มีการเล่นชนิดใดก็อนุญาตได้โดยออกพระราชกฤษฎีกา</a:t>
            </a:r>
          </a:p>
          <a:p>
            <a:pPr marL="0" indent="0" algn="just">
              <a:buNone/>
            </a:pP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การเล่นอันระบุไว้ในบัญชี ข. ท้ายพระราชบัญญัตินี้ หรือการเล่นซึ่งมีลักษณะคล้ายกัน หรือการเล่นอื่นใดซึ่งรัฐมนตรีเจ้าหน้าที่ได้ออกกฎกระทรวงระบุเพิ่มเติมไว้ จะจัดให้มีขึ้นเพื่อเป็นทางนำมาซึ่งผลประโยชน์แก่ผู้จัดโดยทางตรงหรือทางอ้อมได้ต่อเมื่อรัฐมนตรีเจ้าหน้าที่หรือเจ้าพนักงานผู้ออกใบอนุญาตเห็นสมควรและออกใบอนุญาตให้ หรือมีกฎกระทรวงอนุญาตให้จัดขึ้นโดยไม่ต้องมีใบอนุญาต</a:t>
            </a:r>
          </a:p>
          <a:p>
            <a:pPr marL="0" indent="0" algn="just">
              <a:buNone/>
            </a:pP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ในการเล่นอันระบุไว้ในวรรค 2 ข้างต้นนั้นจะพนันกันได้เฉพาะเมื่อได้มีใบอนุญาตให้จัดมีขึ้นหรือมีกฎกระทรวงอนุญาตให้จัดขึ้นได้โดยไม่ต้องมีใบอนุญาต</a:t>
            </a:r>
          </a:p>
          <a:p>
            <a:pPr marL="0" indent="0" algn="just">
              <a:buNone/>
            </a:pP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การเล่นหมายเลข 5 ถึง 15 ในบัญชี ข. หรือการเล่นซึ่งมีลักษณะคล้ายกัน หรือการเล่นอื่นใดซึ่งรัฐมนตรีเจ้าหน้าที่ได้ออกกฎกระทรวงระบุเพิ่มเติมไว้นั้น จะให้รางวัลตีราคาเป็นเงินไม่ได้ และห้ามมิให้ผู้ใดรับรางวัลที่ให้ไปแล้วกลับคืน หรือรับซื้อหรือแลกเปลี่ยนรางวัลนั้นในสถานงานหรือการเล่นหรือบริเวณต่อเนื่องในระหว่างมีงานหรือการเล่น</a:t>
            </a:r>
          </a:p>
          <a:p>
            <a:pPr marL="0" indent="0" algn="just">
              <a:buNone/>
            </a:pPr>
            <a:r>
              <a:rPr lang="th-TH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มาตรา 4 ทวิ(1) ในการเล่นอื่นใดนอกจากที่กล่าวในมาตรา 4 จะพนันกันหรือจะจัดให้มีเพื่อให้พนันกันได้เฉพาะการเล่นที่ระบุชื่อและเงื่อนไขไว้ใน</a:t>
            </a:r>
            <a:r>
              <a:rPr lang="th-TH" sz="24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กฎกระทรวง</a:t>
            </a:r>
            <a:endParaRPr lang="th-TH" sz="2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8287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892B03-CE2D-45FB-ABF6-89C002B3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th-TH" sz="4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ต่อ</a:t>
            </a:r>
            <a:r>
              <a:rPr lang="en-US" sz="4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AB19F7-5772-4CB6-92A0-7766A1159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9187883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28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มาตรา 6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ผู้ใดอยู่ในวงการเล่นอันขัดต่อบทแห่งพระราชบัญญัตินี้ หรือขัดต่อข้อความในกฎกระทรวง หรือใบอนุญาตซึ่งออกตามพระราชบัญญัตินี้ให้สันนิษฐานไว้ก่อนว่าผู้นั้นเล่นด้วย เว้นแต่ผู้ซึ่งเพียงแต่ดูการเล่นในงานรื่นเริงสาธารณะ หรือใน</a:t>
            </a:r>
            <a:r>
              <a:rPr lang="th-TH" sz="2800" dirty="0" smtClea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งาน</a:t>
            </a:r>
            <a:r>
              <a:rPr lang="th-TH" sz="2800" dirty="0" err="1" smtClea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นักขัตต</a:t>
            </a:r>
            <a:r>
              <a:rPr lang="th-TH" sz="2800" dirty="0" smtClea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ฤกษ์ หรือในที่สาธารณสถาน</a:t>
            </a:r>
            <a:endParaRPr lang="en-US" sz="2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099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13454B-489B-4467-8027-2CC64488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43" y="842110"/>
            <a:ext cx="10515600" cy="4773077"/>
          </a:xfrm>
        </p:spPr>
        <p:txBody>
          <a:bodyPr>
            <a:noAutofit/>
          </a:bodyPr>
          <a:lstStyle/>
          <a:p>
            <a:pPr algn="ctr"/>
            <a:r>
              <a:rPr lang="th-TH" sz="6000" b="1" dirty="0" smtClean="0">
                <a:solidFill>
                  <a:schemeClr val="tx1"/>
                </a:solidFill>
              </a:rPr>
              <a:t/>
            </a:r>
            <a:br>
              <a:rPr lang="th-TH" sz="6000" b="1" dirty="0" smtClean="0">
                <a:solidFill>
                  <a:schemeClr val="tx1"/>
                </a:solidFill>
              </a:rPr>
            </a:br>
            <a:r>
              <a:rPr lang="th-TH" sz="6000" b="1" dirty="0" smtClean="0">
                <a:solidFill>
                  <a:schemeClr val="tx1"/>
                </a:solidFill>
              </a:rPr>
              <a:t>พระราชบัญญัติ</a:t>
            </a:r>
            <a:r>
              <a:rPr lang="en-US" sz="6000" b="1" dirty="0">
                <a:solidFill>
                  <a:schemeClr val="tx1"/>
                </a:solidFill>
              </a:rPr>
              <a:t> </a:t>
            </a:r>
            <a:r>
              <a:rPr lang="en-US" sz="6000" dirty="0">
                <a:solidFill>
                  <a:schemeClr val="tx1"/>
                </a:solidFill>
              </a:rPr>
              <a:t/>
            </a:r>
            <a:br>
              <a:rPr lang="en-US" sz="6000" dirty="0">
                <a:solidFill>
                  <a:schemeClr val="tx1"/>
                </a:solidFill>
              </a:rPr>
            </a:br>
            <a:r>
              <a:rPr lang="th-TH" sz="6000" b="1" dirty="0">
                <a:solidFill>
                  <a:schemeClr val="tx1"/>
                </a:solidFill>
              </a:rPr>
              <a:t>ควบคุมเครื่องดื่มแอลกอฮอล์ </a:t>
            </a:r>
            <a:r>
              <a:rPr lang="th-TH" sz="6000" b="1" dirty="0" smtClean="0">
                <a:solidFill>
                  <a:schemeClr val="tx1"/>
                </a:solidFill>
              </a:rPr>
              <a:t/>
            </a:r>
            <a:br>
              <a:rPr lang="th-TH" sz="6000" b="1" dirty="0" smtClean="0">
                <a:solidFill>
                  <a:schemeClr val="tx1"/>
                </a:solidFill>
              </a:rPr>
            </a:br>
            <a:r>
              <a:rPr lang="th-TH" sz="6000" b="1" dirty="0" smtClean="0">
                <a:solidFill>
                  <a:schemeClr val="tx1"/>
                </a:solidFill>
              </a:rPr>
              <a:t>พุทธศักราช </a:t>
            </a:r>
            <a:r>
              <a:rPr lang="th-TH" sz="6000" b="1" dirty="0">
                <a:solidFill>
                  <a:schemeClr val="tx1"/>
                </a:solidFill>
              </a:rPr>
              <a:t>๒๕๕๑</a:t>
            </a:r>
            <a:r>
              <a:rPr lang="en-US" sz="6000" dirty="0">
                <a:solidFill>
                  <a:schemeClr val="tx1"/>
                </a:solidFill>
              </a:rPr>
              <a:t/>
            </a:r>
            <a:br>
              <a:rPr lang="en-US" sz="6000" dirty="0">
                <a:solidFill>
                  <a:schemeClr val="tx1"/>
                </a:solidFill>
              </a:rPr>
            </a:br>
            <a:r>
              <a:rPr lang="en-US" sz="6000" b="1" dirty="0">
                <a:solidFill>
                  <a:schemeClr val="tx1"/>
                </a:solidFill>
              </a:rPr>
              <a:t> </a:t>
            </a:r>
            <a:r>
              <a:rPr lang="en-US" sz="6000" dirty="0">
                <a:solidFill>
                  <a:schemeClr val="tx1"/>
                </a:solidFill>
              </a:rPr>
              <a:t/>
            </a:r>
            <a:br>
              <a:rPr lang="en-US" sz="6000" dirty="0">
                <a:solidFill>
                  <a:schemeClr val="tx1"/>
                </a:solidFill>
              </a:rPr>
            </a:br>
            <a:endParaRPr 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8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FB3231-9184-46F9-986E-3325C0E7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374979" cy="1320800"/>
          </a:xfrm>
        </p:spPr>
        <p:txBody>
          <a:bodyPr>
            <a:normAutofit/>
          </a:bodyPr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ไม่เข็ด! จ่อฟันอีกดารา โพสต์รูปคู่น้ำเมา ขู่เน็ตไอดอล-คนดัง โชว์รูปเสี่ยงผิดด้วย</a:t>
            </a:r>
            <a:r>
              <a:rPr lang="en-US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/>
            </a:r>
            <a:br>
              <a:rPr lang="en-US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en-US" dirty="0"/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xmlns="" id="{3A754FD2-3A18-46CA-9E78-13D17228E4C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34547" y="1353936"/>
            <a:ext cx="9060550" cy="509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0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1EE874-538D-48AB-BEC8-142F32BE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526775"/>
            <a:ext cx="10146379" cy="588396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วันที่ 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20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ก.ค. ที่สำนักงานตำรวจแห่งชาติ (ตร.) พล.ต.อ.วิระชัย ทรงเมตตา ที่ปรึกษา (สบ 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10)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พร้อม นพ.นิพนธ์ ชินานนท์เวช ผู้อํานวยการสํานักงานคณะกรรมการควบคุมเครื่องดื่มแอลกอฮอล์ ร่วมกันประชุมผ่านวีดีโอคอนเฟอเรนท์ กับตัวแทนตำรวจภาคต่างๆ เพื่อเตรียมแผนการป้องกันและปราบปรามการกระทำความผิด ตาม พ.ร.บ.ควบคุมเครื่องดื่มแอลกอฮอล์ พ.ศ.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2551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โดยที่ประชุมมีการสั่งกำชับให้ตำรวจในแต่ละภาคเฝ้าระวังและตรวจสอบดำเนินคดีกับกลุ่มดารา นักแสดง นักร้อง เน็ตไอดอล หรือบุคคลมีชื่อเสียง ที่โพสต์ภาพคู่เครื่องดื่มแอลกอฮอล์ผ่านสื่อสังคมออนไลน์ในทุกช่องทาง</a:t>
            </a:r>
            <a:endParaRPr lang="en-US" sz="2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พล.ต.อ.วิระชัย กล่าวก่อนประชุมว่า เบื้องต้นมีการดำเนินคดีกับดารานักแสดงและผู้มีชื่อเสียงแล้ว 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 ใน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สภ.เมืองนนทบุรี ที่พบมีภาพโพสต์คู่กับเครื่องดื่มแอลกอฮอลล์ ในลักษณะการโฆษณาเชิญชวน ซึ่งปัจจุบันยังมีข้อมูลผู้มีชื่อเสียงที่โพสต์ภาพในลักษณะนี้อีกเป็นจำนวนมาก แต่ยังระบุไม่ได้ว่ามีจำนวนเท่าใด จึงฝากเตือนให้กลุ่มบุคคลดังกล่าวนำภาพที่ถ่ายคู่กับเครื่องดื่มแอลกอฮอล์ ออกจากสื่อสังคมออนไลน์ทุกประเภท ก่อนที่ในช่วงบ่ายวันนี้จะให้ตำรวจเฝ้าจับตาสื่อสังคมออนไลน์ที่สามารถเข้าถึงได้ เพื่อรวบรวมพยานหลักฐานนำมาพิจารณาดำเนินคดีกับบุคคลดังกล่าวตามพระราชบัญญัติควบคุมเครื่องดื่มแอลกอฮอล์ต่อไป</a:t>
            </a:r>
            <a:endParaRPr lang="en-US" sz="2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160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2AF6AD-3F76-481F-BCF2-FF2D25102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308113"/>
            <a:ext cx="10485782" cy="61324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h-TH" sz="32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3200" b="1" dirty="0" smtClean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sz="3200" b="1" dirty="0" smtClea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จาก</a:t>
            </a:r>
            <a:r>
              <a:rPr lang="th-TH" sz="32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คลิปที่ได้ชม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สำหรับดารานักแสดงบุคคลที่มีชื่อเสียง 5 รายที่ต้องถูกดำเนินคดีตาม พรบ.ควบคุมเครื่องดื่มแอลกอฮอลล์ พ.ศ. 2551 มาตรา 32 ในฐานความผิด ร่วมกันโฆษณาเครื่องดื่มแอลกอฮอลล์ หรือแสดงชื่อหรือเครื่องหมายของ เครื่องดื่มแอลกอฮอล์ อันเป็นการอวดอ้างสรรพคุณ ซึ่งมีโทษตามมาตรา 47 แห่งบทกฎหมายดังกล่าว ต้องระวางโทษจําคุกไม่เกินหนึ่งปี หรือปรับไม่เกิน ห้าแสนบาท หรือทั้งจําทั้งปรับ</a:t>
            </a:r>
          </a:p>
          <a:p>
            <a:endParaRPr lang="en-US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3715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1F2F39-7209-4316-ACE4-5FC1E5CB4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549965"/>
            <a:ext cx="8596668" cy="1320800"/>
          </a:xfrm>
        </p:spPr>
        <p:txBody>
          <a:bodyPr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จับ </a:t>
            </a:r>
            <a:r>
              <a:rPr lang="en-US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68 </a:t>
            </a:r>
            <a:r>
              <a:rPr lang="th-TH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รายฝ่าฝืน พ.ร.บ.ควบคุมเครื่องดื่มแอลกอฮอล์</a:t>
            </a:r>
            <a:r>
              <a:rPr lang="en-US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/>
            </a:r>
            <a:br>
              <a:rPr lang="en-US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en-US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D2258271-A7BE-45EB-96B7-4862B6557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300" y="1489075"/>
            <a:ext cx="5827207" cy="3879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2423B4B-D0EB-491C-9DED-7E0403FD4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85392"/>
            <a:ext cx="515006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0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74D875-85DC-4F81-A627-359F90EF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212" y="520632"/>
            <a:ext cx="10365039" cy="56714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h-TH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14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เม.ย. นพ.สุวรรณชัย วัฒนายิ่งเจริญชัย อธิบดีกรมควบคุมโรค กล่าวว่า กรมควบคุมโรค มอบหมายให้ สำนักงานคณะกรรมการควบคุมเครื่องดื่มแอลกอฮอล์ นำโดย นพ.นิพนธ์ ชินานนท์เวช ผอ.สำนักงานคณะกรรมการควบคุมเครื่องดื่มแอลกอฮอล์ ร่วมกับภาคีเครือข่ายดำเนินการเฝ้าระวังเเละบังคับใช้ พ.ร.บ.ควบคุมเครื่องดื่มแอลกอฮอล์ พ.ศ. 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2551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เนื่องในเทศกาลสงกรานต์ จากการดำเนินการเฝ้าระวังตั้งแต่วันที่ 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10-13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เม.ย.</a:t>
            </a:r>
            <a:r>
              <a:rPr lang="en-US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2561</a:t>
            </a:r>
            <a:endParaRPr lang="th-TH" sz="2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พบผู้กระทำผิด ขายสุราในเวลาห้ามขาย ดำเนินคดีตามกฎหมายโดยการปรับ จำนวน 28 ราย ขายเครื่องดื่มแอลกอฮอล์ให้กับบุคคลอายุต่ำกว่า 20 ปีบริบูรณ์ จำนวน 1 ราย ขายเครื่องดื่มแอลกอฮอล์โดยวิธีการหรือในลักษณะ แจก แถม ให้ หรือแลกเปลี่ยนกับเครื่องดื่มแอลกอฮอล์ จำนวน 3 ราย ดื่มบนรถ จำนวน 21 ราย โฆษณาเครื่องดื่มแอลกอฮอล์ จำนวน 13 ราย</a:t>
            </a:r>
            <a:endParaRPr lang="en-US" sz="2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1632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292BA5-818B-44D5-BE0A-ADDDA874C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55375"/>
            <a:ext cx="10663214" cy="52859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32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จากข่าว </a:t>
            </a: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มีผู้กระทำความผิดตามพ.ร.บ.ควบคุมเครื่องดื่มแอลกอฮอล์ พ.ศ.2551 มีดังนี้ </a:t>
            </a: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-มาตรา 28 ขายสุราในเวลาห้ามขาย </a:t>
            </a: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-มาตรา 29 (1) ขายเครื่องดื่มแอลกอฮอล์ให้กับบุคคลอายุต่ำกว่า 20 ปีบริบูรณ์ </a:t>
            </a: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-มาตรา 30(5) ขายเครื่องดื่มแอลกอฮอล์โดยวิธีการหรือในลักษณะ แจก แถม ให้ หรือแลกเปลี่ยนกับเครื่องดื่มแอลกอฮอล์ </a:t>
            </a: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-มาตรา 31(7) ดื่มบนรถ </a:t>
            </a:r>
          </a:p>
          <a:p>
            <a:pPr marL="0" indent="0" algn="just">
              <a:buNone/>
            </a:pPr>
            <a:r>
              <a:rPr lang="th-TH" sz="28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-มาตรา 32 โฆษณาเครื่องดื่มแอลกอฮอล์</a:t>
            </a:r>
            <a:endParaRPr lang="en-US" sz="28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3903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B5D034-3342-43A1-94D1-5674A51A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7" y="858077"/>
            <a:ext cx="10762605" cy="5373757"/>
          </a:xfrm>
        </p:spPr>
        <p:txBody>
          <a:bodyPr>
            <a:normAutofit/>
          </a:bodyPr>
          <a:lstStyle/>
          <a:p>
            <a:pPr algn="ctr"/>
            <a:r>
              <a:rPr lang="th-TH" sz="1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กลุ่ม 2 เลขที่ 21-40 </a:t>
            </a:r>
            <a:br>
              <a:rPr lang="th-TH" sz="1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กองร้อยที่ 1</a:t>
            </a:r>
            <a:endParaRPr lang="en-US" sz="13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7865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93</TotalTime>
  <Words>74</Words>
  <Application>Microsoft Office PowerPoint</Application>
  <PresentationFormat>กำหนดเอง</PresentationFormat>
  <Paragraphs>32</Paragraphs>
  <Slides>13</Slides>
  <Notes>0</Notes>
  <HiddenSlides>0</HiddenSlides>
  <MMClips>2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13</vt:i4>
      </vt:variant>
    </vt:vector>
  </HeadingPairs>
  <TitlesOfParts>
    <vt:vector size="14" baseType="lpstr">
      <vt:lpstr>Facet</vt:lpstr>
      <vt:lpstr>พระราชบัญญัติการพนัน พุทธศักราช 2478 </vt:lpstr>
      <vt:lpstr>บุกทลายบ่อนไพ่ไฮโลกลางสวนยาง นักพนันกว่า 50 คนวิ่งหนีกระเจิง </vt:lpstr>
      <vt:lpstr>งานนำเสนอ PowerPoint</vt:lpstr>
      <vt:lpstr>งานนำเสนอ PowerPoint</vt:lpstr>
      <vt:lpstr>(ต่อ)</vt:lpstr>
      <vt:lpstr> พระราชบัญญัติ  ควบคุมเครื่องดื่มแอลกอฮอล์  พุทธศักราช ๒๕๕๑   </vt:lpstr>
      <vt:lpstr>ไม่เข็ด! จ่อฟันอีกดารา โพสต์รูปคู่น้ำเมา ขู่เน็ตไอดอล-คนดัง โชว์รูปเสี่ยงผิดด้วย </vt:lpstr>
      <vt:lpstr>งานนำเสนอ PowerPoint</vt:lpstr>
      <vt:lpstr>งานนำเสนอ PowerPoint</vt:lpstr>
      <vt:lpstr>จับ 68 รายฝ่าฝืน พ.ร.บ.ควบคุมเครื่องดื่มแอลกอฮอล์ </vt:lpstr>
      <vt:lpstr>งานนำเสนอ PowerPoint</vt:lpstr>
      <vt:lpstr>งานนำเสนอ PowerPoint</vt:lpstr>
      <vt:lpstr>กลุ่ม 2 เลขที่ 21-40  กองร้อยที่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พระราชบัญญัติการพนัน พุทธศักราช 2478</dc:title>
  <dc:creator>301PC</dc:creator>
  <cp:lastModifiedBy>Windows8.1</cp:lastModifiedBy>
  <cp:revision>17</cp:revision>
  <dcterms:created xsi:type="dcterms:W3CDTF">2019-05-01T06:37:24Z</dcterms:created>
  <dcterms:modified xsi:type="dcterms:W3CDTF">2019-05-02T12:15:50Z</dcterms:modified>
</cp:coreProperties>
</file>