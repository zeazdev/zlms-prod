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media/image23.jpg" ContentType="image/png"/>
  <Override PartName="/ppt/notesSlides/notesSlide2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307" r:id="rId2"/>
    <p:sldId id="308" r:id="rId3"/>
    <p:sldId id="259" r:id="rId4"/>
    <p:sldId id="260" r:id="rId5"/>
    <p:sldId id="310" r:id="rId6"/>
    <p:sldId id="311" r:id="rId7"/>
    <p:sldId id="261" r:id="rId8"/>
    <p:sldId id="272" r:id="rId9"/>
    <p:sldId id="262" r:id="rId10"/>
    <p:sldId id="263" r:id="rId11"/>
    <p:sldId id="277" r:id="rId12"/>
    <p:sldId id="279" r:id="rId13"/>
    <p:sldId id="278" r:id="rId14"/>
    <p:sldId id="282" r:id="rId15"/>
    <p:sldId id="281" r:id="rId16"/>
    <p:sldId id="294" r:id="rId17"/>
    <p:sldId id="273" r:id="rId18"/>
    <p:sldId id="302" r:id="rId19"/>
    <p:sldId id="303" r:id="rId20"/>
    <p:sldId id="309" r:id="rId21"/>
    <p:sldId id="304" r:id="rId22"/>
    <p:sldId id="296" r:id="rId23"/>
    <p:sldId id="274" r:id="rId24"/>
    <p:sldId id="299" r:id="rId25"/>
    <p:sldId id="297" r:id="rId26"/>
    <p:sldId id="275" r:id="rId27"/>
    <p:sldId id="300" r:id="rId28"/>
    <p:sldId id="298" r:id="rId29"/>
    <p:sldId id="293" r:id="rId30"/>
    <p:sldId id="264" r:id="rId31"/>
    <p:sldId id="268" r:id="rId32"/>
    <p:sldId id="313" r:id="rId33"/>
    <p:sldId id="306" r:id="rId34"/>
  </p:sldIdLst>
  <p:sldSz cx="9144000" cy="6858000" type="screen4x3"/>
  <p:notesSz cx="6888163" cy="10020300"/>
  <p:defaultTextStyle>
    <a:defPPr>
      <a:defRPr lang="th-TH"/>
    </a:defPPr>
    <a:lvl1pPr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Angsana New" pitchFamily="18" charset="-34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Angsana New" pitchFamily="18" charset="-34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Angsana New" pitchFamily="18" charset="-34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Angsana New" pitchFamily="18" charset="-34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Angsana New" pitchFamily="18" charset="-34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ngsana New" pitchFamily="18" charset="-34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ngsana New" pitchFamily="18" charset="-34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ngsana New" pitchFamily="18" charset="-34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ngsana New" pitchFamily="18" charset="-3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C4DF35-A70C-4378-9198-CD39CB68677D}" type="doc">
      <dgm:prSet loTypeId="urn:microsoft.com/office/officeart/2005/8/layout/vList2" loCatId="list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th-TH"/>
        </a:p>
      </dgm:t>
    </dgm:pt>
    <dgm:pt modelId="{9C255956-2DA6-40C8-BE05-B88882397775}">
      <dgm:prSet phldrT="[ข้อความ]" custT="1"/>
      <dgm:spPr/>
      <dgm:t>
        <a:bodyPr/>
        <a:lstStyle/>
        <a:p>
          <a:pPr algn="ctr"/>
          <a:r>
            <a:rPr lang="th-TH" sz="4800" b="1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การสืบสวนสอบสวน</a:t>
          </a:r>
          <a:endParaRPr lang="th-TH" sz="4800" b="1" dirty="0">
            <a:solidFill>
              <a:schemeClr val="tx1"/>
            </a:solidFill>
            <a:effectLst/>
            <a:latin typeface="TH SarabunPSK" pitchFamily="34" charset="-34"/>
            <a:cs typeface="TH SarabunPSK" pitchFamily="34" charset="-34"/>
          </a:endParaRPr>
        </a:p>
      </dgm:t>
    </dgm:pt>
    <dgm:pt modelId="{CF2EDBA1-2BE6-4E52-97A6-32D6B6463AFD}" type="parTrans" cxnId="{6ED0740A-BBEF-423F-9DCB-2405F13B4967}">
      <dgm:prSet/>
      <dgm:spPr/>
      <dgm:t>
        <a:bodyPr/>
        <a:lstStyle/>
        <a:p>
          <a:endParaRPr lang="th-TH"/>
        </a:p>
      </dgm:t>
    </dgm:pt>
    <dgm:pt modelId="{8A7B2FA1-DFCE-42F4-B34B-0001194E30D5}" type="sibTrans" cxnId="{6ED0740A-BBEF-423F-9DCB-2405F13B4967}">
      <dgm:prSet/>
      <dgm:spPr/>
      <dgm:t>
        <a:bodyPr/>
        <a:lstStyle/>
        <a:p>
          <a:endParaRPr lang="th-TH"/>
        </a:p>
      </dgm:t>
    </dgm:pt>
    <dgm:pt modelId="{7A4302BB-A22D-4748-B3E0-A573F0A73C6E}">
      <dgm:prSet/>
      <dgm:spPr/>
      <dgm:t>
        <a:bodyPr/>
        <a:lstStyle/>
        <a:p>
          <a:r>
            <a:rPr lang="th-TH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การที่เจ้าพนักงานฝ่ายปกครองหรือตำรวจ ได้เสาะแสวงหาข้อเท็จจริง เพื่อรักษาความสงบเรียบร้อยของประชาชน และเพื่อทราบรายละเอียดแห่งความผิด ตลอดจน</a:t>
          </a:r>
          <a:r>
            <a:rPr lang="th-TH" b="1" i="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รวบรวมพยานหลักฐานและการดำเนินการทั้งหลาย ซึ่งพนักงานสอบสวนได้ทำไปเกี่ยวกับความผิดที่กล่าวหา เพื่อที่จะทราบข้อเท็จจริงหรือพิสูจน์ความผิด และเพื่อจะเอาตัว</a:t>
          </a:r>
          <a:r>
            <a:rPr lang="th-TH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ผู้กระทำ</a:t>
          </a:r>
          <a:r>
            <a:rPr lang="th-TH" b="1" i="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ผิดมาฟ้องลงโทษ</a:t>
          </a:r>
          <a:endParaRPr lang="th-TH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4C532B1E-B9CE-4D16-98CF-2E5D1FC7BCFF}" type="parTrans" cxnId="{7A9ED834-3003-418E-8884-346AAFBF0F04}">
      <dgm:prSet/>
      <dgm:spPr/>
      <dgm:t>
        <a:bodyPr/>
        <a:lstStyle/>
        <a:p>
          <a:endParaRPr lang="th-TH"/>
        </a:p>
      </dgm:t>
    </dgm:pt>
    <dgm:pt modelId="{916A51DD-5CF8-4DB0-B0DF-C10DACE0D4E4}" type="sibTrans" cxnId="{7A9ED834-3003-418E-8884-346AAFBF0F04}">
      <dgm:prSet/>
      <dgm:spPr/>
      <dgm:t>
        <a:bodyPr/>
        <a:lstStyle/>
        <a:p>
          <a:endParaRPr lang="th-TH"/>
        </a:p>
      </dgm:t>
    </dgm:pt>
    <dgm:pt modelId="{947182BE-821B-4E9E-B8A1-A8229F5629AF}" type="pres">
      <dgm:prSet presAssocID="{75C4DF35-A70C-4378-9198-CD39CB68677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th-TH"/>
        </a:p>
      </dgm:t>
    </dgm:pt>
    <dgm:pt modelId="{9C0C6BC2-413D-46CA-8247-91417D7FF564}" type="pres">
      <dgm:prSet presAssocID="{9C255956-2DA6-40C8-BE05-B88882397775}" presName="parentText" presStyleLbl="node1" presStyleIdx="0" presStyleCnt="2" custScaleY="36368" custLinFactY="-671928" custLinFactNeighborY="-700000">
        <dgm:presLayoutVars>
          <dgm:chMax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E19D8F58-3831-4112-BEAE-94B282ABAEF2}" type="pres">
      <dgm:prSet presAssocID="{8A7B2FA1-DFCE-42F4-B34B-0001194E30D5}" presName="spacer" presStyleCnt="0"/>
      <dgm:spPr/>
    </dgm:pt>
    <dgm:pt modelId="{EEDEC0E0-67CF-4BA1-926B-B4A80E78BC71}" type="pres">
      <dgm:prSet presAssocID="{7A4302BB-A22D-4748-B3E0-A573F0A73C6E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th-TH"/>
        </a:p>
      </dgm:t>
    </dgm:pt>
  </dgm:ptLst>
  <dgm:cxnLst>
    <dgm:cxn modelId="{BAC84672-CB8B-4DAC-AE32-07B596591ADA}" type="presOf" srcId="{75C4DF35-A70C-4378-9198-CD39CB68677D}" destId="{947182BE-821B-4E9E-B8A1-A8229F5629AF}" srcOrd="0" destOrd="0" presId="urn:microsoft.com/office/officeart/2005/8/layout/vList2"/>
    <dgm:cxn modelId="{BAB44089-6CBB-4145-BB22-964CF0EA26F5}" type="presOf" srcId="{9C255956-2DA6-40C8-BE05-B88882397775}" destId="{9C0C6BC2-413D-46CA-8247-91417D7FF564}" srcOrd="0" destOrd="0" presId="urn:microsoft.com/office/officeart/2005/8/layout/vList2"/>
    <dgm:cxn modelId="{7A9ED834-3003-418E-8884-346AAFBF0F04}" srcId="{75C4DF35-A70C-4378-9198-CD39CB68677D}" destId="{7A4302BB-A22D-4748-B3E0-A573F0A73C6E}" srcOrd="1" destOrd="0" parTransId="{4C532B1E-B9CE-4D16-98CF-2E5D1FC7BCFF}" sibTransId="{916A51DD-5CF8-4DB0-B0DF-C10DACE0D4E4}"/>
    <dgm:cxn modelId="{6ED0740A-BBEF-423F-9DCB-2405F13B4967}" srcId="{75C4DF35-A70C-4378-9198-CD39CB68677D}" destId="{9C255956-2DA6-40C8-BE05-B88882397775}" srcOrd="0" destOrd="0" parTransId="{CF2EDBA1-2BE6-4E52-97A6-32D6B6463AFD}" sibTransId="{8A7B2FA1-DFCE-42F4-B34B-0001194E30D5}"/>
    <dgm:cxn modelId="{AC7A21C1-1727-4FD8-B943-312C5E371E45}" type="presOf" srcId="{7A4302BB-A22D-4748-B3E0-A573F0A73C6E}" destId="{EEDEC0E0-67CF-4BA1-926B-B4A80E78BC71}" srcOrd="0" destOrd="0" presId="urn:microsoft.com/office/officeart/2005/8/layout/vList2"/>
    <dgm:cxn modelId="{ECE50C92-B6A5-437D-96CB-C05C439807FA}" type="presParOf" srcId="{947182BE-821B-4E9E-B8A1-A8229F5629AF}" destId="{9C0C6BC2-413D-46CA-8247-91417D7FF564}" srcOrd="0" destOrd="0" presId="urn:microsoft.com/office/officeart/2005/8/layout/vList2"/>
    <dgm:cxn modelId="{AF6A75F6-2CC9-4BD6-8A42-ACC09DAA4D6C}" type="presParOf" srcId="{947182BE-821B-4E9E-B8A1-A8229F5629AF}" destId="{E19D8F58-3831-4112-BEAE-94B282ABAEF2}" srcOrd="1" destOrd="0" presId="urn:microsoft.com/office/officeart/2005/8/layout/vList2"/>
    <dgm:cxn modelId="{84C45CE3-167B-40FC-AB4B-AD0D80310B3D}" type="presParOf" srcId="{947182BE-821B-4E9E-B8A1-A8229F5629AF}" destId="{EEDEC0E0-67CF-4BA1-926B-B4A80E78BC7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DD5D9A-AA3F-4748-8A2B-C6CA4FBCCE0F}" type="doc">
      <dgm:prSet loTypeId="urn:microsoft.com/office/officeart/2005/8/layout/gear1" loCatId="process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th-TH"/>
        </a:p>
      </dgm:t>
    </dgm:pt>
    <dgm:pt modelId="{BDC35CF7-19D3-44EF-B793-2F80A85CBB1C}">
      <dgm:prSet phldrT="[ข้อความ]" custT="1"/>
      <dgm:spPr/>
      <dgm:t>
        <a:bodyPr/>
        <a:lstStyle/>
        <a:p>
          <a:r>
            <a:rPr lang="th-TH" sz="2800" b="1" smtClean="0">
              <a:latin typeface="TH SarabunPSK" pitchFamily="34" charset="-34"/>
              <a:cs typeface="TH SarabunPSK" pitchFamily="34" charset="-34"/>
            </a:rPr>
            <a:t>การดำเนินการภายหลังการตรวจสถานที่เกิดเหตุ</a:t>
          </a:r>
          <a:endParaRPr lang="th-TH" sz="2800" b="1" dirty="0">
            <a:latin typeface="TH SarabunPSK" pitchFamily="34" charset="-34"/>
            <a:cs typeface="TH SarabunPSK" pitchFamily="34" charset="-34"/>
          </a:endParaRPr>
        </a:p>
      </dgm:t>
    </dgm:pt>
    <dgm:pt modelId="{CB559618-113D-471A-B482-76BE38E57290}" type="parTrans" cxnId="{ADFAD326-7911-42D8-9E66-588D93B7D46B}">
      <dgm:prSet/>
      <dgm:spPr/>
      <dgm:t>
        <a:bodyPr/>
        <a:lstStyle/>
        <a:p>
          <a:endParaRPr lang="th-TH"/>
        </a:p>
      </dgm:t>
    </dgm:pt>
    <dgm:pt modelId="{0B25DFA9-3622-4C6C-B599-9E31184E9143}" type="sibTrans" cxnId="{ADFAD326-7911-42D8-9E66-588D93B7D46B}">
      <dgm:prSet/>
      <dgm:spPr/>
      <dgm:t>
        <a:bodyPr/>
        <a:lstStyle/>
        <a:p>
          <a:endParaRPr lang="th-TH"/>
        </a:p>
      </dgm:t>
    </dgm:pt>
    <dgm:pt modelId="{F110EC9E-9E65-4B03-9480-F7347A496FC0}">
      <dgm:prSet phldrT="[ข้อความ]" custT="1"/>
      <dgm:spPr/>
      <dgm:t>
        <a:bodyPr/>
        <a:lstStyle/>
        <a:p>
          <a:r>
            <a:rPr lang="th-TH" sz="2800" b="1" dirty="0" smtClean="0">
              <a:latin typeface="TH SarabunPSK" pitchFamily="34" charset="-34"/>
              <a:cs typeface="TH SarabunPSK" pitchFamily="34" charset="-34"/>
            </a:rPr>
            <a:t>การดำเนินการในสถานที่เกิดเหตุ</a:t>
          </a:r>
          <a:endParaRPr lang="th-TH" sz="2800" b="1" dirty="0">
            <a:latin typeface="TH SarabunPSK" pitchFamily="34" charset="-34"/>
            <a:cs typeface="TH SarabunPSK" pitchFamily="34" charset="-34"/>
          </a:endParaRPr>
        </a:p>
      </dgm:t>
    </dgm:pt>
    <dgm:pt modelId="{36A25DC6-B98E-4677-990E-AE4DD46C65F1}" type="parTrans" cxnId="{A6DD04FD-01D6-4D8C-BF5F-2EDFE4946F2A}">
      <dgm:prSet/>
      <dgm:spPr/>
      <dgm:t>
        <a:bodyPr/>
        <a:lstStyle/>
        <a:p>
          <a:endParaRPr lang="th-TH"/>
        </a:p>
      </dgm:t>
    </dgm:pt>
    <dgm:pt modelId="{598278C3-9476-434A-87B6-7E97146DEE37}" type="sibTrans" cxnId="{A6DD04FD-01D6-4D8C-BF5F-2EDFE4946F2A}">
      <dgm:prSet/>
      <dgm:spPr/>
      <dgm:t>
        <a:bodyPr/>
        <a:lstStyle/>
        <a:p>
          <a:endParaRPr lang="th-TH"/>
        </a:p>
      </dgm:t>
    </dgm:pt>
    <dgm:pt modelId="{4A31A087-8AE1-46A6-8E9E-B72A6A878EE1}">
      <dgm:prSet phldrT="[ข้อความ]" custT="1"/>
      <dgm:spPr/>
      <dgm:t>
        <a:bodyPr/>
        <a:lstStyle/>
        <a:p>
          <a:r>
            <a:rPr lang="th-TH" sz="2400" b="1" dirty="0" smtClean="0">
              <a:latin typeface="TH SarabunPSK" pitchFamily="34" charset="-34"/>
              <a:cs typeface="TH SarabunPSK" pitchFamily="34" charset="-34"/>
            </a:rPr>
            <a:t>การดำเนินการก่อนตรวจสถานที่เกิดเหตุ</a:t>
          </a:r>
          <a:endParaRPr lang="th-TH" sz="2400" b="1" dirty="0">
            <a:latin typeface="TH SarabunPSK" pitchFamily="34" charset="-34"/>
            <a:cs typeface="TH SarabunPSK" pitchFamily="34" charset="-34"/>
          </a:endParaRPr>
        </a:p>
      </dgm:t>
    </dgm:pt>
    <dgm:pt modelId="{9B00BC0D-71B5-4E9E-9CA2-48D8AE393C44}" type="parTrans" cxnId="{AB4D3125-9EDF-43E6-B235-A85D3F098BD6}">
      <dgm:prSet/>
      <dgm:spPr/>
      <dgm:t>
        <a:bodyPr/>
        <a:lstStyle/>
        <a:p>
          <a:endParaRPr lang="th-TH"/>
        </a:p>
      </dgm:t>
    </dgm:pt>
    <dgm:pt modelId="{0B45C148-EC1C-4575-B835-8A0771BEAF30}" type="sibTrans" cxnId="{AB4D3125-9EDF-43E6-B235-A85D3F098BD6}">
      <dgm:prSet/>
      <dgm:spPr/>
      <dgm:t>
        <a:bodyPr/>
        <a:lstStyle/>
        <a:p>
          <a:endParaRPr lang="th-TH"/>
        </a:p>
      </dgm:t>
    </dgm:pt>
    <dgm:pt modelId="{32AD809D-F27A-4B0A-84D5-06BAD4CC85E8}" type="pres">
      <dgm:prSet presAssocID="{57DD5D9A-AA3F-4748-8A2B-C6CA4FBCCE0F}" presName="composite" presStyleCnt="0">
        <dgm:presLayoutVars>
          <dgm:chMax val="3"/>
          <dgm:animLvl val="lvl"/>
          <dgm:resizeHandles val="exact"/>
        </dgm:presLayoutVars>
      </dgm:prSet>
      <dgm:spPr/>
      <dgm:t>
        <a:bodyPr/>
        <a:lstStyle/>
        <a:p>
          <a:endParaRPr lang="th-TH"/>
        </a:p>
      </dgm:t>
    </dgm:pt>
    <dgm:pt modelId="{B510AAA7-F78C-4CD4-850C-561AD2D68BF8}" type="pres">
      <dgm:prSet presAssocID="{BDC35CF7-19D3-44EF-B793-2F80A85CBB1C}" presName="gear1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7A7C8EA6-0980-4E48-970B-9E718D774AD2}" type="pres">
      <dgm:prSet presAssocID="{BDC35CF7-19D3-44EF-B793-2F80A85CBB1C}" presName="gear1srcNode" presStyleLbl="node1" presStyleIdx="0" presStyleCnt="3"/>
      <dgm:spPr/>
      <dgm:t>
        <a:bodyPr/>
        <a:lstStyle/>
        <a:p>
          <a:endParaRPr lang="th-TH"/>
        </a:p>
      </dgm:t>
    </dgm:pt>
    <dgm:pt modelId="{1498B939-1503-4B9E-BF0D-9757C028B38A}" type="pres">
      <dgm:prSet presAssocID="{BDC35CF7-19D3-44EF-B793-2F80A85CBB1C}" presName="gear1dstNode" presStyleLbl="node1" presStyleIdx="0" presStyleCnt="3"/>
      <dgm:spPr/>
      <dgm:t>
        <a:bodyPr/>
        <a:lstStyle/>
        <a:p>
          <a:endParaRPr lang="th-TH"/>
        </a:p>
      </dgm:t>
    </dgm:pt>
    <dgm:pt modelId="{636627B3-246F-4F0E-98F8-4DDDB038E3A2}" type="pres">
      <dgm:prSet presAssocID="{F110EC9E-9E65-4B03-9480-F7347A496FC0}" presName="gear2" presStyleLbl="node1" presStyleIdx="1" presStyleCnt="3" custScaleX="133543" custScaleY="115835" custLinFactNeighborX="-17292" custLinFactNeighborY="-1773">
        <dgm:presLayoutVars>
          <dgm:chMax val="1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435203E6-A9DD-4451-80CB-CA9E1C1111EE}" type="pres">
      <dgm:prSet presAssocID="{F110EC9E-9E65-4B03-9480-F7347A496FC0}" presName="gear2srcNode" presStyleLbl="node1" presStyleIdx="1" presStyleCnt="3"/>
      <dgm:spPr/>
      <dgm:t>
        <a:bodyPr/>
        <a:lstStyle/>
        <a:p>
          <a:endParaRPr lang="th-TH"/>
        </a:p>
      </dgm:t>
    </dgm:pt>
    <dgm:pt modelId="{CCB619D5-CC94-457F-A813-04195A3107D7}" type="pres">
      <dgm:prSet presAssocID="{F110EC9E-9E65-4B03-9480-F7347A496FC0}" presName="gear2dstNode" presStyleLbl="node1" presStyleIdx="1" presStyleCnt="3"/>
      <dgm:spPr/>
      <dgm:t>
        <a:bodyPr/>
        <a:lstStyle/>
        <a:p>
          <a:endParaRPr lang="th-TH"/>
        </a:p>
      </dgm:t>
    </dgm:pt>
    <dgm:pt modelId="{2257927C-FD70-4F92-A253-D4D33CEC33D7}" type="pres">
      <dgm:prSet presAssocID="{4A31A087-8AE1-46A6-8E9E-B72A6A878EE1}" presName="gear3" presStyleLbl="node1" presStyleIdx="2" presStyleCnt="3" custScaleX="107944" custScaleY="105218" custLinFactNeighborX="-2018" custLinFactNeighborY="-9112"/>
      <dgm:spPr/>
      <dgm:t>
        <a:bodyPr/>
        <a:lstStyle/>
        <a:p>
          <a:endParaRPr lang="th-TH"/>
        </a:p>
      </dgm:t>
    </dgm:pt>
    <dgm:pt modelId="{1E8CF54B-C3F5-4056-8752-1198F1694500}" type="pres">
      <dgm:prSet presAssocID="{4A31A087-8AE1-46A6-8E9E-B72A6A878EE1}" presName="gear3tx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DB3C5D10-6AC4-43A7-9C15-7EBC58A7089E}" type="pres">
      <dgm:prSet presAssocID="{4A31A087-8AE1-46A6-8E9E-B72A6A878EE1}" presName="gear3srcNode" presStyleLbl="node1" presStyleIdx="2" presStyleCnt="3"/>
      <dgm:spPr/>
      <dgm:t>
        <a:bodyPr/>
        <a:lstStyle/>
        <a:p>
          <a:endParaRPr lang="th-TH"/>
        </a:p>
      </dgm:t>
    </dgm:pt>
    <dgm:pt modelId="{D4BB3BF1-BF86-4C4B-865C-CCADAE847543}" type="pres">
      <dgm:prSet presAssocID="{4A31A087-8AE1-46A6-8E9E-B72A6A878EE1}" presName="gear3dstNode" presStyleLbl="node1" presStyleIdx="2" presStyleCnt="3"/>
      <dgm:spPr/>
      <dgm:t>
        <a:bodyPr/>
        <a:lstStyle/>
        <a:p>
          <a:endParaRPr lang="th-TH"/>
        </a:p>
      </dgm:t>
    </dgm:pt>
    <dgm:pt modelId="{1C9C0525-B161-4041-BDE3-AD15F4095755}" type="pres">
      <dgm:prSet presAssocID="{0B25DFA9-3622-4C6C-B599-9E31184E9143}" presName="connector1" presStyleLbl="sibTrans2D1" presStyleIdx="0" presStyleCnt="3"/>
      <dgm:spPr/>
      <dgm:t>
        <a:bodyPr/>
        <a:lstStyle/>
        <a:p>
          <a:endParaRPr lang="th-TH"/>
        </a:p>
      </dgm:t>
    </dgm:pt>
    <dgm:pt modelId="{E0B52DDC-7FF6-428D-8633-E6DFD6037C84}" type="pres">
      <dgm:prSet presAssocID="{598278C3-9476-434A-87B6-7E97146DEE37}" presName="connector2" presStyleLbl="sibTrans2D1" presStyleIdx="1" presStyleCnt="3" custAng="15733524" custLinFactNeighborX="-16260" custLinFactNeighborY="23584"/>
      <dgm:spPr/>
      <dgm:t>
        <a:bodyPr/>
        <a:lstStyle/>
        <a:p>
          <a:endParaRPr lang="th-TH"/>
        </a:p>
      </dgm:t>
    </dgm:pt>
    <dgm:pt modelId="{92D562CC-1DEE-4898-8600-19830898E149}" type="pres">
      <dgm:prSet presAssocID="{0B45C148-EC1C-4575-B835-8A0771BEAF30}" presName="connector3" presStyleLbl="sibTrans2D1" presStyleIdx="2" presStyleCnt="3" custAng="10436422" custLinFactNeighborX="8237" custLinFactNeighborY="-13282"/>
      <dgm:spPr/>
      <dgm:t>
        <a:bodyPr/>
        <a:lstStyle/>
        <a:p>
          <a:endParaRPr lang="th-TH"/>
        </a:p>
      </dgm:t>
    </dgm:pt>
  </dgm:ptLst>
  <dgm:cxnLst>
    <dgm:cxn modelId="{6A727F01-66FF-41A8-84FF-9238C726FAA3}" type="presOf" srcId="{4A31A087-8AE1-46A6-8E9E-B72A6A878EE1}" destId="{D4BB3BF1-BF86-4C4B-865C-CCADAE847543}" srcOrd="3" destOrd="0" presId="urn:microsoft.com/office/officeart/2005/8/layout/gear1"/>
    <dgm:cxn modelId="{D22ECB0D-C308-473B-9860-5265B2290580}" type="presOf" srcId="{F110EC9E-9E65-4B03-9480-F7347A496FC0}" destId="{636627B3-246F-4F0E-98F8-4DDDB038E3A2}" srcOrd="0" destOrd="0" presId="urn:microsoft.com/office/officeart/2005/8/layout/gear1"/>
    <dgm:cxn modelId="{ADFAD326-7911-42D8-9E66-588D93B7D46B}" srcId="{57DD5D9A-AA3F-4748-8A2B-C6CA4FBCCE0F}" destId="{BDC35CF7-19D3-44EF-B793-2F80A85CBB1C}" srcOrd="0" destOrd="0" parTransId="{CB559618-113D-471A-B482-76BE38E57290}" sibTransId="{0B25DFA9-3622-4C6C-B599-9E31184E9143}"/>
    <dgm:cxn modelId="{8B72B883-A32F-45D7-A3FB-647DC3D20004}" type="presOf" srcId="{0B45C148-EC1C-4575-B835-8A0771BEAF30}" destId="{92D562CC-1DEE-4898-8600-19830898E149}" srcOrd="0" destOrd="0" presId="urn:microsoft.com/office/officeart/2005/8/layout/gear1"/>
    <dgm:cxn modelId="{0E9794F5-A287-4870-A88C-4FEA1EC077FD}" type="presOf" srcId="{4A31A087-8AE1-46A6-8E9E-B72A6A878EE1}" destId="{DB3C5D10-6AC4-43A7-9C15-7EBC58A7089E}" srcOrd="2" destOrd="0" presId="urn:microsoft.com/office/officeart/2005/8/layout/gear1"/>
    <dgm:cxn modelId="{7E9E88E7-D8ED-442D-8259-A17CBF7B2973}" type="presOf" srcId="{BDC35CF7-19D3-44EF-B793-2F80A85CBB1C}" destId="{B510AAA7-F78C-4CD4-850C-561AD2D68BF8}" srcOrd="0" destOrd="0" presId="urn:microsoft.com/office/officeart/2005/8/layout/gear1"/>
    <dgm:cxn modelId="{A6DD04FD-01D6-4D8C-BF5F-2EDFE4946F2A}" srcId="{57DD5D9A-AA3F-4748-8A2B-C6CA4FBCCE0F}" destId="{F110EC9E-9E65-4B03-9480-F7347A496FC0}" srcOrd="1" destOrd="0" parTransId="{36A25DC6-B98E-4677-990E-AE4DD46C65F1}" sibTransId="{598278C3-9476-434A-87B6-7E97146DEE37}"/>
    <dgm:cxn modelId="{C62472B4-CE17-4F75-BBD0-44FDFC1E0FB8}" type="presOf" srcId="{4A31A087-8AE1-46A6-8E9E-B72A6A878EE1}" destId="{2257927C-FD70-4F92-A253-D4D33CEC33D7}" srcOrd="0" destOrd="0" presId="urn:microsoft.com/office/officeart/2005/8/layout/gear1"/>
    <dgm:cxn modelId="{7CFB0C74-1129-4899-B264-B8EF09CDC5B6}" type="presOf" srcId="{F110EC9E-9E65-4B03-9480-F7347A496FC0}" destId="{435203E6-A9DD-4451-80CB-CA9E1C1111EE}" srcOrd="1" destOrd="0" presId="urn:microsoft.com/office/officeart/2005/8/layout/gear1"/>
    <dgm:cxn modelId="{B634F985-3985-4048-8367-4D400008BE66}" type="presOf" srcId="{F110EC9E-9E65-4B03-9480-F7347A496FC0}" destId="{CCB619D5-CC94-457F-A813-04195A3107D7}" srcOrd="2" destOrd="0" presId="urn:microsoft.com/office/officeart/2005/8/layout/gear1"/>
    <dgm:cxn modelId="{45712319-38DF-44E3-AD10-6D7266A2E3D0}" type="presOf" srcId="{598278C3-9476-434A-87B6-7E97146DEE37}" destId="{E0B52DDC-7FF6-428D-8633-E6DFD6037C84}" srcOrd="0" destOrd="0" presId="urn:microsoft.com/office/officeart/2005/8/layout/gear1"/>
    <dgm:cxn modelId="{4B1AACBA-B517-47C4-955D-AC484FCF19C5}" type="presOf" srcId="{57DD5D9A-AA3F-4748-8A2B-C6CA4FBCCE0F}" destId="{32AD809D-F27A-4B0A-84D5-06BAD4CC85E8}" srcOrd="0" destOrd="0" presId="urn:microsoft.com/office/officeart/2005/8/layout/gear1"/>
    <dgm:cxn modelId="{236A99C5-117E-4EAD-A4FF-F51025A8BD02}" type="presOf" srcId="{BDC35CF7-19D3-44EF-B793-2F80A85CBB1C}" destId="{1498B939-1503-4B9E-BF0D-9757C028B38A}" srcOrd="2" destOrd="0" presId="urn:microsoft.com/office/officeart/2005/8/layout/gear1"/>
    <dgm:cxn modelId="{29DC412D-139B-4B4B-B414-FF4ED693C7A7}" type="presOf" srcId="{0B25DFA9-3622-4C6C-B599-9E31184E9143}" destId="{1C9C0525-B161-4041-BDE3-AD15F4095755}" srcOrd="0" destOrd="0" presId="urn:microsoft.com/office/officeart/2005/8/layout/gear1"/>
    <dgm:cxn modelId="{01FBB862-97E1-4D0E-8375-9A920ED81D97}" type="presOf" srcId="{BDC35CF7-19D3-44EF-B793-2F80A85CBB1C}" destId="{7A7C8EA6-0980-4E48-970B-9E718D774AD2}" srcOrd="1" destOrd="0" presId="urn:microsoft.com/office/officeart/2005/8/layout/gear1"/>
    <dgm:cxn modelId="{AB4D3125-9EDF-43E6-B235-A85D3F098BD6}" srcId="{57DD5D9A-AA3F-4748-8A2B-C6CA4FBCCE0F}" destId="{4A31A087-8AE1-46A6-8E9E-B72A6A878EE1}" srcOrd="2" destOrd="0" parTransId="{9B00BC0D-71B5-4E9E-9CA2-48D8AE393C44}" sibTransId="{0B45C148-EC1C-4575-B835-8A0771BEAF30}"/>
    <dgm:cxn modelId="{0F68B366-0FF7-4279-8969-CC49F75E2CCE}" type="presOf" srcId="{4A31A087-8AE1-46A6-8E9E-B72A6A878EE1}" destId="{1E8CF54B-C3F5-4056-8752-1198F1694500}" srcOrd="1" destOrd="0" presId="urn:microsoft.com/office/officeart/2005/8/layout/gear1"/>
    <dgm:cxn modelId="{F76C34E5-EF2B-44B8-86B7-D0884D1EE1BC}" type="presParOf" srcId="{32AD809D-F27A-4B0A-84D5-06BAD4CC85E8}" destId="{B510AAA7-F78C-4CD4-850C-561AD2D68BF8}" srcOrd="0" destOrd="0" presId="urn:microsoft.com/office/officeart/2005/8/layout/gear1"/>
    <dgm:cxn modelId="{AD0C9E93-2F86-4A22-B26C-A7085F9A9238}" type="presParOf" srcId="{32AD809D-F27A-4B0A-84D5-06BAD4CC85E8}" destId="{7A7C8EA6-0980-4E48-970B-9E718D774AD2}" srcOrd="1" destOrd="0" presId="urn:microsoft.com/office/officeart/2005/8/layout/gear1"/>
    <dgm:cxn modelId="{CA1F3F5D-FD09-4D67-8124-F414B492B0DC}" type="presParOf" srcId="{32AD809D-F27A-4B0A-84D5-06BAD4CC85E8}" destId="{1498B939-1503-4B9E-BF0D-9757C028B38A}" srcOrd="2" destOrd="0" presId="urn:microsoft.com/office/officeart/2005/8/layout/gear1"/>
    <dgm:cxn modelId="{3E8A216D-B293-4F56-8BB8-1D61154FE53C}" type="presParOf" srcId="{32AD809D-F27A-4B0A-84D5-06BAD4CC85E8}" destId="{636627B3-246F-4F0E-98F8-4DDDB038E3A2}" srcOrd="3" destOrd="0" presId="urn:microsoft.com/office/officeart/2005/8/layout/gear1"/>
    <dgm:cxn modelId="{7B881C52-9A24-4071-9DCA-8339070CBB6B}" type="presParOf" srcId="{32AD809D-F27A-4B0A-84D5-06BAD4CC85E8}" destId="{435203E6-A9DD-4451-80CB-CA9E1C1111EE}" srcOrd="4" destOrd="0" presId="urn:microsoft.com/office/officeart/2005/8/layout/gear1"/>
    <dgm:cxn modelId="{B4C9DA0F-A1AA-435C-BD6C-43BE327104C7}" type="presParOf" srcId="{32AD809D-F27A-4B0A-84D5-06BAD4CC85E8}" destId="{CCB619D5-CC94-457F-A813-04195A3107D7}" srcOrd="5" destOrd="0" presId="urn:microsoft.com/office/officeart/2005/8/layout/gear1"/>
    <dgm:cxn modelId="{50840691-4DFD-4802-A6CB-04637BB73F82}" type="presParOf" srcId="{32AD809D-F27A-4B0A-84D5-06BAD4CC85E8}" destId="{2257927C-FD70-4F92-A253-D4D33CEC33D7}" srcOrd="6" destOrd="0" presId="urn:microsoft.com/office/officeart/2005/8/layout/gear1"/>
    <dgm:cxn modelId="{B1702188-E3A0-4640-A3AD-C8F1D876780A}" type="presParOf" srcId="{32AD809D-F27A-4B0A-84D5-06BAD4CC85E8}" destId="{1E8CF54B-C3F5-4056-8752-1198F1694500}" srcOrd="7" destOrd="0" presId="urn:microsoft.com/office/officeart/2005/8/layout/gear1"/>
    <dgm:cxn modelId="{6237AA12-B7C6-48CA-BF5B-24CB6EB62D2C}" type="presParOf" srcId="{32AD809D-F27A-4B0A-84D5-06BAD4CC85E8}" destId="{DB3C5D10-6AC4-43A7-9C15-7EBC58A7089E}" srcOrd="8" destOrd="0" presId="urn:microsoft.com/office/officeart/2005/8/layout/gear1"/>
    <dgm:cxn modelId="{06F9F7D7-1127-4DCB-B743-073CAF6E5DC7}" type="presParOf" srcId="{32AD809D-F27A-4B0A-84D5-06BAD4CC85E8}" destId="{D4BB3BF1-BF86-4C4B-865C-CCADAE847543}" srcOrd="9" destOrd="0" presId="urn:microsoft.com/office/officeart/2005/8/layout/gear1"/>
    <dgm:cxn modelId="{AB6FC071-A92E-4706-9377-3B3F6C05EF39}" type="presParOf" srcId="{32AD809D-F27A-4B0A-84D5-06BAD4CC85E8}" destId="{1C9C0525-B161-4041-BDE3-AD15F4095755}" srcOrd="10" destOrd="0" presId="urn:microsoft.com/office/officeart/2005/8/layout/gear1"/>
    <dgm:cxn modelId="{59C5DC67-B93E-4EB7-81D4-6BAA0137D62D}" type="presParOf" srcId="{32AD809D-F27A-4B0A-84D5-06BAD4CC85E8}" destId="{E0B52DDC-7FF6-428D-8633-E6DFD6037C84}" srcOrd="11" destOrd="0" presId="urn:microsoft.com/office/officeart/2005/8/layout/gear1"/>
    <dgm:cxn modelId="{0506597D-E404-404E-B349-4A6ED98CC691}" type="presParOf" srcId="{32AD809D-F27A-4B0A-84D5-06BAD4CC85E8}" destId="{92D562CC-1DEE-4898-8600-19830898E149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9F35DBA-5743-451D-827D-3133B0D2FB23}" type="doc">
      <dgm:prSet loTypeId="urn:microsoft.com/office/officeart/2005/8/layout/hierarchy1" loCatId="hierarchy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th-TH"/>
        </a:p>
      </dgm:t>
    </dgm:pt>
    <dgm:pt modelId="{5E3BAB7B-A3CF-4A1A-B151-B6077F037796}">
      <dgm:prSet phldrT="[ข้อความ]" custT="1"/>
      <dgm:spPr/>
      <dgm:t>
        <a:bodyPr/>
        <a:lstStyle/>
        <a:p>
          <a:r>
            <a:rPr lang="th-TH" sz="2400" b="1" dirty="0" smtClean="0">
              <a:latin typeface="TH SarabunPSK" pitchFamily="34" charset="-34"/>
              <a:cs typeface="TH SarabunPSK" pitchFamily="34" charset="-34"/>
            </a:rPr>
            <a:t>เมื่อเกิดเหตุ</a:t>
          </a:r>
          <a:endParaRPr lang="th-TH" sz="2400" b="1" dirty="0">
            <a:latin typeface="TH SarabunPSK" pitchFamily="34" charset="-34"/>
            <a:cs typeface="TH SarabunPSK" pitchFamily="34" charset="-34"/>
          </a:endParaRPr>
        </a:p>
      </dgm:t>
    </dgm:pt>
    <dgm:pt modelId="{2343F56E-7075-4FC2-B393-6137E4A90EE2}" type="parTrans" cxnId="{375D8621-9200-48FC-A159-AA4D41031A8D}">
      <dgm:prSet/>
      <dgm:spPr/>
      <dgm:t>
        <a:bodyPr/>
        <a:lstStyle/>
        <a:p>
          <a:endParaRPr lang="th-TH"/>
        </a:p>
      </dgm:t>
    </dgm:pt>
    <dgm:pt modelId="{14A969F4-6208-4D2F-980A-443DA5D685DD}" type="sibTrans" cxnId="{375D8621-9200-48FC-A159-AA4D41031A8D}">
      <dgm:prSet/>
      <dgm:spPr/>
      <dgm:t>
        <a:bodyPr/>
        <a:lstStyle/>
        <a:p>
          <a:endParaRPr lang="th-TH"/>
        </a:p>
      </dgm:t>
    </dgm:pt>
    <dgm:pt modelId="{782FCA9C-C1FC-4225-AE46-9860200315A9}" type="asst">
      <dgm:prSet phldrT="[ข้อความ]" custT="1"/>
      <dgm:spPr/>
      <dgm:t>
        <a:bodyPr/>
        <a:lstStyle/>
        <a:p>
          <a:r>
            <a:rPr lang="th-TH" sz="2000" b="1" dirty="0" smtClean="0">
              <a:latin typeface="TH SarabunPSK" pitchFamily="34" charset="-34"/>
              <a:cs typeface="TH SarabunPSK" pitchFamily="34" charset="-34"/>
            </a:rPr>
            <a:t>ดำเนินการก่อนออกไปที่เกิดเหตุ</a:t>
          </a:r>
          <a:endParaRPr lang="th-TH" sz="2000" b="1" dirty="0">
            <a:latin typeface="TH SarabunPSK" pitchFamily="34" charset="-34"/>
            <a:cs typeface="TH SarabunPSK" pitchFamily="34" charset="-34"/>
          </a:endParaRPr>
        </a:p>
      </dgm:t>
    </dgm:pt>
    <dgm:pt modelId="{6909994F-A4F5-4340-A488-3649DE48EF21}" type="parTrans" cxnId="{9075652B-413A-404F-B2A4-C3831D928E81}">
      <dgm:prSet/>
      <dgm:spPr/>
      <dgm:t>
        <a:bodyPr/>
        <a:lstStyle/>
        <a:p>
          <a:endParaRPr lang="th-TH"/>
        </a:p>
      </dgm:t>
    </dgm:pt>
    <dgm:pt modelId="{4D4D317A-87D5-464E-B4CF-0277B4DCC6C1}" type="sibTrans" cxnId="{9075652B-413A-404F-B2A4-C3831D928E81}">
      <dgm:prSet/>
      <dgm:spPr/>
      <dgm:t>
        <a:bodyPr/>
        <a:lstStyle/>
        <a:p>
          <a:endParaRPr lang="th-TH"/>
        </a:p>
      </dgm:t>
    </dgm:pt>
    <dgm:pt modelId="{A1C3541C-5ABE-4F51-83DB-18120A0C10F1}" type="asst">
      <dgm:prSet phldrT="[ข้อความ]" custT="1"/>
      <dgm:spPr/>
      <dgm:t>
        <a:bodyPr/>
        <a:lstStyle/>
        <a:p>
          <a:r>
            <a:rPr lang="th-TH" sz="2000" b="1" dirty="0" smtClean="0">
              <a:latin typeface="TH SarabunPSK" pitchFamily="34" charset="-34"/>
              <a:cs typeface="TH SarabunPSK" pitchFamily="34" charset="-34"/>
            </a:rPr>
            <a:t>ดำเนินการหลังการตรวจที่เกิดเหตุ</a:t>
          </a:r>
          <a:endParaRPr lang="th-TH" sz="2000" b="1" dirty="0">
            <a:latin typeface="TH SarabunPSK" pitchFamily="34" charset="-34"/>
            <a:cs typeface="TH SarabunPSK" pitchFamily="34" charset="-34"/>
          </a:endParaRPr>
        </a:p>
      </dgm:t>
    </dgm:pt>
    <dgm:pt modelId="{491D2990-1847-4E6E-85D7-C7C340752171}" type="parTrans" cxnId="{5E68BE30-8400-4746-B3D4-9660B5BA196E}">
      <dgm:prSet/>
      <dgm:spPr/>
      <dgm:t>
        <a:bodyPr/>
        <a:lstStyle/>
        <a:p>
          <a:endParaRPr lang="th-TH"/>
        </a:p>
      </dgm:t>
    </dgm:pt>
    <dgm:pt modelId="{0BB15A5F-ACF2-4BC6-97C2-6DC0C3CB5A2F}" type="sibTrans" cxnId="{5E68BE30-8400-4746-B3D4-9660B5BA196E}">
      <dgm:prSet/>
      <dgm:spPr/>
      <dgm:t>
        <a:bodyPr/>
        <a:lstStyle/>
        <a:p>
          <a:endParaRPr lang="th-TH"/>
        </a:p>
      </dgm:t>
    </dgm:pt>
    <dgm:pt modelId="{24EFBB42-A06C-4D42-8CA0-D184FF2164EC}" type="asst">
      <dgm:prSet phldrT="[ข้อความ]" custT="1"/>
      <dgm:spPr/>
      <dgm:t>
        <a:bodyPr/>
        <a:lstStyle/>
        <a:p>
          <a:r>
            <a:rPr lang="th-TH" sz="2000" b="1" dirty="0" smtClean="0">
              <a:latin typeface="TH SarabunPSK" pitchFamily="34" charset="-34"/>
              <a:cs typeface="TH SarabunPSK" pitchFamily="34" charset="-34"/>
            </a:rPr>
            <a:t>ดำเนินการในที่เกิดเหตุ                           </a:t>
          </a:r>
          <a:r>
            <a:rPr lang="th-TH" sz="2800" b="1" dirty="0" smtClean="0">
              <a:latin typeface="TH SarabunPSK" pitchFamily="34" charset="-34"/>
              <a:cs typeface="TH SarabunPSK" pitchFamily="34" charset="-34"/>
            </a:rPr>
            <a:t/>
          </a:r>
          <a:br>
            <a:rPr lang="th-TH" sz="2800" b="1" dirty="0" smtClean="0">
              <a:latin typeface="TH SarabunPSK" pitchFamily="34" charset="-34"/>
              <a:cs typeface="TH SarabunPSK" pitchFamily="34" charset="-34"/>
            </a:rPr>
          </a:br>
          <a:endParaRPr lang="th-TH" sz="2800" b="1" dirty="0" smtClean="0">
            <a:latin typeface="TH SarabunPSK" pitchFamily="34" charset="-34"/>
            <a:cs typeface="TH SarabunPSK" pitchFamily="34" charset="-34"/>
          </a:endParaRPr>
        </a:p>
      </dgm:t>
    </dgm:pt>
    <dgm:pt modelId="{424099E1-D005-4272-818C-024617B5D92F}" type="parTrans" cxnId="{3577A0AE-3677-4ECF-B1B3-668BF7F6BE87}">
      <dgm:prSet/>
      <dgm:spPr/>
      <dgm:t>
        <a:bodyPr/>
        <a:lstStyle/>
        <a:p>
          <a:endParaRPr lang="th-TH"/>
        </a:p>
      </dgm:t>
    </dgm:pt>
    <dgm:pt modelId="{47901611-34C5-4E57-B106-0D61F172B387}" type="sibTrans" cxnId="{3577A0AE-3677-4ECF-B1B3-668BF7F6BE87}">
      <dgm:prSet/>
      <dgm:spPr/>
      <dgm:t>
        <a:bodyPr/>
        <a:lstStyle/>
        <a:p>
          <a:endParaRPr lang="th-TH"/>
        </a:p>
      </dgm:t>
    </dgm:pt>
    <dgm:pt modelId="{2CC26778-57F2-4099-90C2-09A77A681E5D}" type="asst">
      <dgm:prSet phldrT="[ข้อความ]" custT="1"/>
      <dgm:spPr/>
      <dgm:t>
        <a:bodyPr/>
        <a:lstStyle/>
        <a:p>
          <a:r>
            <a:rPr lang="th-TH" sz="2000" b="1" dirty="0" smtClean="0">
              <a:latin typeface="TH SarabunPSK" pitchFamily="34" charset="-34"/>
              <a:cs typeface="TH SarabunPSK" pitchFamily="34" charset="-34"/>
            </a:rPr>
            <a:t>เดินทางไปที่เกิดเหตุ</a:t>
          </a:r>
        </a:p>
      </dgm:t>
    </dgm:pt>
    <dgm:pt modelId="{525BBE0A-EE4B-4047-8AD8-16E21B2EB6E0}" type="parTrans" cxnId="{80A54711-AE89-4E8F-9E4D-BC20FD906DAB}">
      <dgm:prSet/>
      <dgm:spPr/>
      <dgm:t>
        <a:bodyPr/>
        <a:lstStyle/>
        <a:p>
          <a:endParaRPr lang="th-TH"/>
        </a:p>
      </dgm:t>
    </dgm:pt>
    <dgm:pt modelId="{219E1C79-E071-48E4-B8B1-9E3DB478837C}" type="sibTrans" cxnId="{80A54711-AE89-4E8F-9E4D-BC20FD906DAB}">
      <dgm:prSet/>
      <dgm:spPr/>
      <dgm:t>
        <a:bodyPr/>
        <a:lstStyle/>
        <a:p>
          <a:endParaRPr lang="th-TH"/>
        </a:p>
      </dgm:t>
    </dgm:pt>
    <dgm:pt modelId="{72067643-5674-4845-AB71-23F8A1407930}" type="asst">
      <dgm:prSet phldrT="[ข้อความ]" custT="1"/>
      <dgm:spPr/>
      <dgm:t>
        <a:bodyPr/>
        <a:lstStyle/>
        <a:p>
          <a:r>
            <a:rPr lang="th-TH" sz="2000" b="1" dirty="0" smtClean="0">
              <a:latin typeface="TH SarabunPSK" pitchFamily="34" charset="-34"/>
              <a:cs typeface="TH SarabunPSK" pitchFamily="34" charset="-34"/>
            </a:rPr>
            <a:t>รักษาสถานที่เกิดเหตุ</a:t>
          </a:r>
        </a:p>
      </dgm:t>
    </dgm:pt>
    <dgm:pt modelId="{42EF3E19-B63E-48AB-AAF0-786948A66122}" type="parTrans" cxnId="{A1622A72-E22E-4990-9B61-578B1D3FF26F}">
      <dgm:prSet/>
      <dgm:spPr/>
      <dgm:t>
        <a:bodyPr/>
        <a:lstStyle/>
        <a:p>
          <a:endParaRPr lang="th-TH"/>
        </a:p>
      </dgm:t>
    </dgm:pt>
    <dgm:pt modelId="{E6F68828-0EED-4117-B6B8-1B349971A1D3}" type="sibTrans" cxnId="{A1622A72-E22E-4990-9B61-578B1D3FF26F}">
      <dgm:prSet/>
      <dgm:spPr/>
      <dgm:t>
        <a:bodyPr/>
        <a:lstStyle/>
        <a:p>
          <a:endParaRPr lang="th-TH"/>
        </a:p>
      </dgm:t>
    </dgm:pt>
    <dgm:pt modelId="{F763ACD2-20DF-4C55-9F3A-893220672A4F}" type="asst">
      <dgm:prSet phldrT="[ข้อความ]" custT="1"/>
      <dgm:spPr/>
      <dgm:t>
        <a:bodyPr/>
        <a:lstStyle/>
        <a:p>
          <a:r>
            <a:rPr lang="th-TH" sz="2000" b="1" dirty="0" smtClean="0">
              <a:latin typeface="TH SarabunPSK" pitchFamily="34" charset="-34"/>
              <a:cs typeface="TH SarabunPSK" pitchFamily="34" charset="-34"/>
            </a:rPr>
            <a:t>ตรวจที่เกิดเหตุ</a:t>
          </a:r>
        </a:p>
      </dgm:t>
    </dgm:pt>
    <dgm:pt modelId="{83A4AE7C-EE64-4885-A793-64B6BDB4DFDD}" type="parTrans" cxnId="{86563D89-CB2E-4678-AC6F-EBFF62C3D084}">
      <dgm:prSet/>
      <dgm:spPr/>
      <dgm:t>
        <a:bodyPr/>
        <a:lstStyle/>
        <a:p>
          <a:endParaRPr lang="th-TH"/>
        </a:p>
      </dgm:t>
    </dgm:pt>
    <dgm:pt modelId="{493D2291-EE8D-4335-8FBF-4519DB1964C6}" type="sibTrans" cxnId="{86563D89-CB2E-4678-AC6F-EBFF62C3D084}">
      <dgm:prSet/>
      <dgm:spPr/>
      <dgm:t>
        <a:bodyPr/>
        <a:lstStyle/>
        <a:p>
          <a:endParaRPr lang="th-TH"/>
        </a:p>
      </dgm:t>
    </dgm:pt>
    <dgm:pt modelId="{1058A4CC-CED3-4591-B309-23E7CA1EB2AE}" type="asst">
      <dgm:prSet phldrT="[ข้อความ]" custT="1"/>
      <dgm:spPr/>
      <dgm:t>
        <a:bodyPr/>
        <a:lstStyle/>
        <a:p>
          <a:r>
            <a:rPr lang="th-TH" sz="2000" b="1" dirty="0" smtClean="0">
              <a:latin typeface="TH SarabunPSK" pitchFamily="34" charset="-34"/>
              <a:cs typeface="TH SarabunPSK" pitchFamily="34" charset="-34"/>
            </a:rPr>
            <a:t>วางแผนกำหนดแนวทางสืบสวนสอบสวน</a:t>
          </a:r>
          <a:endParaRPr lang="th-TH" sz="2000" b="1" dirty="0">
            <a:latin typeface="TH SarabunPSK" pitchFamily="34" charset="-34"/>
            <a:cs typeface="TH SarabunPSK" pitchFamily="34" charset="-34"/>
          </a:endParaRPr>
        </a:p>
      </dgm:t>
    </dgm:pt>
    <dgm:pt modelId="{958C733E-E443-44EB-A597-5299C7625064}" type="parTrans" cxnId="{7EB61367-92DA-4324-BF39-3B6EAF0441C3}">
      <dgm:prSet/>
      <dgm:spPr/>
      <dgm:t>
        <a:bodyPr/>
        <a:lstStyle/>
        <a:p>
          <a:endParaRPr lang="th-TH"/>
        </a:p>
      </dgm:t>
    </dgm:pt>
    <dgm:pt modelId="{55114014-7A1A-42DB-A329-7657C2C5F0C5}" type="sibTrans" cxnId="{7EB61367-92DA-4324-BF39-3B6EAF0441C3}">
      <dgm:prSet/>
      <dgm:spPr/>
      <dgm:t>
        <a:bodyPr/>
        <a:lstStyle/>
        <a:p>
          <a:endParaRPr lang="th-TH"/>
        </a:p>
      </dgm:t>
    </dgm:pt>
    <dgm:pt modelId="{79079CDF-DB26-409A-9668-0738BF336453}" type="asst">
      <dgm:prSet phldrT="[ข้อความ]" custT="1"/>
      <dgm:spPr/>
      <dgm:t>
        <a:bodyPr/>
        <a:lstStyle/>
        <a:p>
          <a:r>
            <a:rPr lang="th-TH" sz="2000" b="1" dirty="0" smtClean="0">
              <a:latin typeface="TH SarabunPSK" pitchFamily="34" charset="-34"/>
              <a:cs typeface="TH SarabunPSK" pitchFamily="34" charset="-34"/>
            </a:rPr>
            <a:t>จัดชุดปฏิบัติการ</a:t>
          </a:r>
          <a:endParaRPr lang="th-TH" sz="2000" b="1" dirty="0">
            <a:latin typeface="TH SarabunPSK" pitchFamily="34" charset="-34"/>
            <a:cs typeface="TH SarabunPSK" pitchFamily="34" charset="-34"/>
          </a:endParaRPr>
        </a:p>
      </dgm:t>
    </dgm:pt>
    <dgm:pt modelId="{47BF4623-011E-418F-B831-110954D965BE}" type="parTrans" cxnId="{BA691DAA-2351-48F2-B1E6-75FB9FB61813}">
      <dgm:prSet/>
      <dgm:spPr/>
      <dgm:t>
        <a:bodyPr/>
        <a:lstStyle/>
        <a:p>
          <a:endParaRPr lang="th-TH"/>
        </a:p>
      </dgm:t>
    </dgm:pt>
    <dgm:pt modelId="{F252F931-FBCD-4A32-84D9-2D7899D9EFAD}" type="sibTrans" cxnId="{BA691DAA-2351-48F2-B1E6-75FB9FB61813}">
      <dgm:prSet/>
      <dgm:spPr/>
      <dgm:t>
        <a:bodyPr/>
        <a:lstStyle/>
        <a:p>
          <a:endParaRPr lang="th-TH"/>
        </a:p>
      </dgm:t>
    </dgm:pt>
    <dgm:pt modelId="{2EAC7F05-4180-4CFB-8033-2F9704D09572}" type="asst">
      <dgm:prSet phldrT="[ข้อความ]" custT="1"/>
      <dgm:spPr/>
      <dgm:t>
        <a:bodyPr/>
        <a:lstStyle/>
        <a:p>
          <a:r>
            <a:rPr lang="th-TH" sz="2000" b="1" dirty="0" smtClean="0">
              <a:latin typeface="TH SarabunPSK" pitchFamily="34" charset="-34"/>
              <a:cs typeface="TH SarabunPSK" pitchFamily="34" charset="-34"/>
            </a:rPr>
            <a:t>สืบสวนหาพยานหลักฐาน</a:t>
          </a:r>
          <a:endParaRPr lang="th-TH" sz="2000" b="1" dirty="0">
            <a:latin typeface="TH SarabunPSK" pitchFamily="34" charset="-34"/>
            <a:cs typeface="TH SarabunPSK" pitchFamily="34" charset="-34"/>
          </a:endParaRPr>
        </a:p>
      </dgm:t>
    </dgm:pt>
    <dgm:pt modelId="{08F8DD6A-FC18-453A-941E-DDA43FF08979}" type="parTrans" cxnId="{EBCCB05D-7753-4B22-B553-F6E31E0FCFCD}">
      <dgm:prSet/>
      <dgm:spPr/>
      <dgm:t>
        <a:bodyPr/>
        <a:lstStyle/>
        <a:p>
          <a:endParaRPr lang="th-TH"/>
        </a:p>
      </dgm:t>
    </dgm:pt>
    <dgm:pt modelId="{DFF173A4-2533-406C-A294-F24D39F26C55}" type="sibTrans" cxnId="{EBCCB05D-7753-4B22-B553-F6E31E0FCFCD}">
      <dgm:prSet/>
      <dgm:spPr/>
      <dgm:t>
        <a:bodyPr/>
        <a:lstStyle/>
        <a:p>
          <a:endParaRPr lang="th-TH"/>
        </a:p>
      </dgm:t>
    </dgm:pt>
    <dgm:pt modelId="{141C8227-0B95-42AC-BFD6-E6AD9AE99B03}" type="asst">
      <dgm:prSet phldrT="[ข้อความ]" custT="1"/>
      <dgm:spPr/>
      <dgm:t>
        <a:bodyPr/>
        <a:lstStyle/>
        <a:p>
          <a:r>
            <a:rPr lang="th-TH" sz="2000" b="1" dirty="0" smtClean="0">
              <a:latin typeface="TH SarabunPSK" pitchFamily="34" charset="-34"/>
              <a:cs typeface="TH SarabunPSK" pitchFamily="34" charset="-34"/>
            </a:rPr>
            <a:t>ดำเนินการสอบสวน</a:t>
          </a:r>
          <a:endParaRPr lang="th-TH" sz="2000" b="1" dirty="0">
            <a:latin typeface="TH SarabunPSK" pitchFamily="34" charset="-34"/>
            <a:cs typeface="TH SarabunPSK" pitchFamily="34" charset="-34"/>
          </a:endParaRPr>
        </a:p>
      </dgm:t>
    </dgm:pt>
    <dgm:pt modelId="{DA3341BD-0989-47A9-B184-6B5939C8D01E}" type="parTrans" cxnId="{80E9C119-0B5C-488E-9315-825124A7E5F4}">
      <dgm:prSet/>
      <dgm:spPr/>
      <dgm:t>
        <a:bodyPr/>
        <a:lstStyle/>
        <a:p>
          <a:endParaRPr lang="th-TH"/>
        </a:p>
      </dgm:t>
    </dgm:pt>
    <dgm:pt modelId="{79E5513D-B76E-4114-85F3-736F036BA77C}" type="sibTrans" cxnId="{80E9C119-0B5C-488E-9315-825124A7E5F4}">
      <dgm:prSet/>
      <dgm:spPr/>
      <dgm:t>
        <a:bodyPr/>
        <a:lstStyle/>
        <a:p>
          <a:endParaRPr lang="th-TH"/>
        </a:p>
      </dgm:t>
    </dgm:pt>
    <dgm:pt modelId="{B0DBE628-DFF3-4F99-8CF4-0107F29CCFF1}" type="asst">
      <dgm:prSet phldrT="[ข้อความ]" custT="1"/>
      <dgm:spPr/>
      <dgm:t>
        <a:bodyPr/>
        <a:lstStyle/>
        <a:p>
          <a:r>
            <a:rPr lang="th-TH" sz="2000" b="1" dirty="0" smtClean="0">
              <a:latin typeface="TH SarabunPSK" pitchFamily="34" charset="-34"/>
              <a:cs typeface="TH SarabunPSK" pitchFamily="34" charset="-34"/>
            </a:rPr>
            <a:t>แจ้งเหตุ/รายงาน</a:t>
          </a:r>
          <a:endParaRPr lang="th-TH" sz="2000" b="1" dirty="0">
            <a:latin typeface="TH SarabunPSK" pitchFamily="34" charset="-34"/>
            <a:cs typeface="TH SarabunPSK" pitchFamily="34" charset="-34"/>
          </a:endParaRPr>
        </a:p>
      </dgm:t>
    </dgm:pt>
    <dgm:pt modelId="{0030E3A9-3B45-4092-BD1F-345987347C8F}" type="parTrans" cxnId="{D71E1EB3-68AF-46B3-8C35-A198323B525C}">
      <dgm:prSet/>
      <dgm:spPr/>
      <dgm:t>
        <a:bodyPr/>
        <a:lstStyle/>
        <a:p>
          <a:endParaRPr lang="en-US"/>
        </a:p>
      </dgm:t>
    </dgm:pt>
    <dgm:pt modelId="{CEC1DD1E-13F2-4CE1-97F6-F3989DE5F4AC}" type="sibTrans" cxnId="{D71E1EB3-68AF-46B3-8C35-A198323B525C}">
      <dgm:prSet/>
      <dgm:spPr/>
      <dgm:t>
        <a:bodyPr/>
        <a:lstStyle/>
        <a:p>
          <a:endParaRPr lang="en-US"/>
        </a:p>
      </dgm:t>
    </dgm:pt>
    <dgm:pt modelId="{DCE5F8E2-92B1-45BA-8B0C-BC6887312AEF}" type="asst">
      <dgm:prSet phldrT="[ข้อความ]" custT="1"/>
      <dgm:spPr/>
      <dgm:t>
        <a:bodyPr/>
        <a:lstStyle/>
        <a:p>
          <a:r>
            <a:rPr lang="th-TH" sz="2000" b="1" dirty="0" smtClean="0">
              <a:latin typeface="TH SarabunPSK" pitchFamily="34" charset="-34"/>
              <a:cs typeface="TH SarabunPSK" pitchFamily="34" charset="-34"/>
            </a:rPr>
            <a:t>วางแผน/เตรียมความพร้อม     </a:t>
          </a:r>
          <a:r>
            <a:rPr lang="th-TH" sz="2400" b="1" dirty="0" smtClean="0">
              <a:latin typeface="TH SarabunPSK" pitchFamily="34" charset="-34"/>
              <a:cs typeface="TH SarabunPSK" pitchFamily="34" charset="-34"/>
            </a:rPr>
            <a:t>                     </a:t>
          </a:r>
          <a:endParaRPr lang="th-TH" sz="2400" b="1" dirty="0">
            <a:latin typeface="TH SarabunPSK" pitchFamily="34" charset="-34"/>
            <a:cs typeface="TH SarabunPSK" pitchFamily="34" charset="-34"/>
          </a:endParaRPr>
        </a:p>
      </dgm:t>
    </dgm:pt>
    <dgm:pt modelId="{DFE08FBC-B67D-44E7-A47D-99162BFA5EA0}" type="parTrans" cxnId="{F60A5C73-8707-4C8C-B8BB-BDC92BE1537E}">
      <dgm:prSet/>
      <dgm:spPr/>
      <dgm:t>
        <a:bodyPr/>
        <a:lstStyle/>
        <a:p>
          <a:endParaRPr lang="en-US"/>
        </a:p>
      </dgm:t>
    </dgm:pt>
    <dgm:pt modelId="{2470A184-8C20-4C89-B539-5534A32886DF}" type="sibTrans" cxnId="{F60A5C73-8707-4C8C-B8BB-BDC92BE1537E}">
      <dgm:prSet/>
      <dgm:spPr/>
      <dgm:t>
        <a:bodyPr/>
        <a:lstStyle/>
        <a:p>
          <a:endParaRPr lang="en-US"/>
        </a:p>
      </dgm:t>
    </dgm:pt>
    <dgm:pt modelId="{CDDACE5C-28B2-4820-9F13-D6102E51B24F}" type="pres">
      <dgm:prSet presAssocID="{79F35DBA-5743-451D-827D-3133B0D2FB2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th-TH"/>
        </a:p>
      </dgm:t>
    </dgm:pt>
    <dgm:pt modelId="{88DC1C0B-4476-4630-8D75-E7C7A36D6154}" type="pres">
      <dgm:prSet presAssocID="{5E3BAB7B-A3CF-4A1A-B151-B6077F037796}" presName="hierRoot1" presStyleCnt="0"/>
      <dgm:spPr/>
    </dgm:pt>
    <dgm:pt modelId="{0AC568F7-1D07-417C-A75B-83C2CE23FED6}" type="pres">
      <dgm:prSet presAssocID="{5E3BAB7B-A3CF-4A1A-B151-B6077F037796}" presName="composite" presStyleCnt="0"/>
      <dgm:spPr/>
    </dgm:pt>
    <dgm:pt modelId="{E599447C-B122-43A5-89FC-578DC62E395E}" type="pres">
      <dgm:prSet presAssocID="{5E3BAB7B-A3CF-4A1A-B151-B6077F037796}" presName="background" presStyleLbl="node0" presStyleIdx="0" presStyleCnt="1"/>
      <dgm:spPr/>
    </dgm:pt>
    <dgm:pt modelId="{3713D1A5-B4E1-4EEB-9AC8-269CF1B3F078}" type="pres">
      <dgm:prSet presAssocID="{5E3BAB7B-A3CF-4A1A-B151-B6077F037796}" presName="text" presStyleLbl="fgAcc0" presStyleIdx="0" presStyleCnt="1" custLinFactNeighborX="4403" custLinFactNeighborY="-42024">
        <dgm:presLayoutVars>
          <dgm:chPref val="3"/>
        </dgm:presLayoutVars>
      </dgm:prSet>
      <dgm:spPr/>
      <dgm:t>
        <a:bodyPr/>
        <a:lstStyle/>
        <a:p>
          <a:endParaRPr lang="th-TH"/>
        </a:p>
      </dgm:t>
    </dgm:pt>
    <dgm:pt modelId="{5FE1E0C5-5FAD-40B3-A05B-1207D043778B}" type="pres">
      <dgm:prSet presAssocID="{5E3BAB7B-A3CF-4A1A-B151-B6077F037796}" presName="hierChild2" presStyleCnt="0"/>
      <dgm:spPr/>
    </dgm:pt>
    <dgm:pt modelId="{F31098B3-9422-4543-9F1E-B5C984F27BAA}" type="pres">
      <dgm:prSet presAssocID="{6909994F-A4F5-4340-A488-3649DE48EF21}" presName="Name10" presStyleLbl="parChTrans1D2" presStyleIdx="0" presStyleCnt="3"/>
      <dgm:spPr/>
      <dgm:t>
        <a:bodyPr/>
        <a:lstStyle/>
        <a:p>
          <a:endParaRPr lang="th-TH"/>
        </a:p>
      </dgm:t>
    </dgm:pt>
    <dgm:pt modelId="{52E0290A-FAE2-421F-88E5-53A024ED9C5F}" type="pres">
      <dgm:prSet presAssocID="{782FCA9C-C1FC-4225-AE46-9860200315A9}" presName="hierRoot2" presStyleCnt="0"/>
      <dgm:spPr/>
    </dgm:pt>
    <dgm:pt modelId="{50CDD310-010E-47B0-9641-D879F64092B8}" type="pres">
      <dgm:prSet presAssocID="{782FCA9C-C1FC-4225-AE46-9860200315A9}" presName="composite2" presStyleCnt="0"/>
      <dgm:spPr/>
    </dgm:pt>
    <dgm:pt modelId="{4AE5AA24-3867-43BC-A5F7-54868E2A4961}" type="pres">
      <dgm:prSet presAssocID="{782FCA9C-C1FC-4225-AE46-9860200315A9}" presName="background2" presStyleLbl="asst1" presStyleIdx="0" presStyleCnt="12"/>
      <dgm:spPr/>
    </dgm:pt>
    <dgm:pt modelId="{18D0D879-59E2-45AC-9424-1EFCED6AD29D}" type="pres">
      <dgm:prSet presAssocID="{782FCA9C-C1FC-4225-AE46-9860200315A9}" presName="text2" presStyleLbl="fgAcc2" presStyleIdx="0" presStyleCnt="3" custLinFactNeighborX="-337" custLinFactNeighborY="-1822">
        <dgm:presLayoutVars>
          <dgm:chPref val="3"/>
        </dgm:presLayoutVars>
      </dgm:prSet>
      <dgm:spPr/>
      <dgm:t>
        <a:bodyPr/>
        <a:lstStyle/>
        <a:p>
          <a:endParaRPr lang="th-TH"/>
        </a:p>
      </dgm:t>
    </dgm:pt>
    <dgm:pt modelId="{B1122B02-74E4-4B39-97A2-37B9F464E812}" type="pres">
      <dgm:prSet presAssocID="{782FCA9C-C1FC-4225-AE46-9860200315A9}" presName="hierChild3" presStyleCnt="0"/>
      <dgm:spPr/>
    </dgm:pt>
    <dgm:pt modelId="{59EFDAD9-A739-4F05-BAF2-9600B63AC8BC}" type="pres">
      <dgm:prSet presAssocID="{0030E3A9-3B45-4092-BD1F-345987347C8F}" presName="Name17" presStyleLbl="parChTrans1D3" presStyleIdx="0" presStyleCnt="5"/>
      <dgm:spPr/>
      <dgm:t>
        <a:bodyPr/>
        <a:lstStyle/>
        <a:p>
          <a:endParaRPr lang="en-US"/>
        </a:p>
      </dgm:t>
    </dgm:pt>
    <dgm:pt modelId="{CE9D596E-464A-48D8-8616-67F61048182E}" type="pres">
      <dgm:prSet presAssocID="{B0DBE628-DFF3-4F99-8CF4-0107F29CCFF1}" presName="hierRoot3" presStyleCnt="0"/>
      <dgm:spPr/>
    </dgm:pt>
    <dgm:pt modelId="{0521F5F6-C31A-4F56-8F98-C75681CD7262}" type="pres">
      <dgm:prSet presAssocID="{B0DBE628-DFF3-4F99-8CF4-0107F29CCFF1}" presName="composite3" presStyleCnt="0"/>
      <dgm:spPr/>
    </dgm:pt>
    <dgm:pt modelId="{1148727C-F55C-4F10-B750-E8286EC0BF73}" type="pres">
      <dgm:prSet presAssocID="{B0DBE628-DFF3-4F99-8CF4-0107F29CCFF1}" presName="background3" presStyleLbl="asst1" presStyleIdx="1" presStyleCnt="12"/>
      <dgm:spPr/>
    </dgm:pt>
    <dgm:pt modelId="{6115CF7D-BBC4-4868-9264-03F537256D2B}" type="pres">
      <dgm:prSet presAssocID="{B0DBE628-DFF3-4F99-8CF4-0107F29CCFF1}" presName="text3" presStyleLbl="fgAcc3" presStyleIdx="0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BC1E28D-EC05-4CCB-8F7E-9CE182B29D3D}" type="pres">
      <dgm:prSet presAssocID="{B0DBE628-DFF3-4F99-8CF4-0107F29CCFF1}" presName="hierChild4" presStyleCnt="0"/>
      <dgm:spPr/>
    </dgm:pt>
    <dgm:pt modelId="{0FAC8082-C6A3-42F5-9A96-6AC465BEB7D5}" type="pres">
      <dgm:prSet presAssocID="{DFE08FBC-B67D-44E7-A47D-99162BFA5EA0}" presName="Name17" presStyleLbl="parChTrans1D3" presStyleIdx="1" presStyleCnt="5"/>
      <dgm:spPr/>
      <dgm:t>
        <a:bodyPr/>
        <a:lstStyle/>
        <a:p>
          <a:endParaRPr lang="en-US"/>
        </a:p>
      </dgm:t>
    </dgm:pt>
    <dgm:pt modelId="{C7DC435C-2412-4DE9-9AA1-7CBE13FD6848}" type="pres">
      <dgm:prSet presAssocID="{DCE5F8E2-92B1-45BA-8B0C-BC6887312AEF}" presName="hierRoot3" presStyleCnt="0"/>
      <dgm:spPr/>
    </dgm:pt>
    <dgm:pt modelId="{48C9D6A3-EED6-418E-9DDC-24199B376F5D}" type="pres">
      <dgm:prSet presAssocID="{DCE5F8E2-92B1-45BA-8B0C-BC6887312AEF}" presName="composite3" presStyleCnt="0"/>
      <dgm:spPr/>
    </dgm:pt>
    <dgm:pt modelId="{627F19D9-C0F8-4F6E-A385-3AF7E929F1E2}" type="pres">
      <dgm:prSet presAssocID="{DCE5F8E2-92B1-45BA-8B0C-BC6887312AEF}" presName="background3" presStyleLbl="asst1" presStyleIdx="2" presStyleCnt="12"/>
      <dgm:spPr/>
    </dgm:pt>
    <dgm:pt modelId="{C22F7376-513E-4E2B-8458-39B8079A3EF2}" type="pres">
      <dgm:prSet presAssocID="{DCE5F8E2-92B1-45BA-8B0C-BC6887312AEF}" presName="text3" presStyleLbl="fgAcc3" presStyleIdx="1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74B010D-B939-4E08-A363-972E38D80132}" type="pres">
      <dgm:prSet presAssocID="{DCE5F8E2-92B1-45BA-8B0C-BC6887312AEF}" presName="hierChild4" presStyleCnt="0"/>
      <dgm:spPr/>
    </dgm:pt>
    <dgm:pt modelId="{A1604D91-E070-491B-9CF6-B05B3618F94A}" type="pres">
      <dgm:prSet presAssocID="{424099E1-D005-4272-818C-024617B5D92F}" presName="Name10" presStyleLbl="parChTrans1D2" presStyleIdx="1" presStyleCnt="3"/>
      <dgm:spPr/>
      <dgm:t>
        <a:bodyPr/>
        <a:lstStyle/>
        <a:p>
          <a:endParaRPr lang="th-TH"/>
        </a:p>
      </dgm:t>
    </dgm:pt>
    <dgm:pt modelId="{AC66C8EF-24FD-434E-8A11-9DC9F68E0430}" type="pres">
      <dgm:prSet presAssocID="{24EFBB42-A06C-4D42-8CA0-D184FF2164EC}" presName="hierRoot2" presStyleCnt="0"/>
      <dgm:spPr/>
    </dgm:pt>
    <dgm:pt modelId="{6F8D395A-195B-4386-9A3B-34DBDC625103}" type="pres">
      <dgm:prSet presAssocID="{24EFBB42-A06C-4D42-8CA0-D184FF2164EC}" presName="composite2" presStyleCnt="0"/>
      <dgm:spPr/>
    </dgm:pt>
    <dgm:pt modelId="{05F5FA95-1DED-465D-8173-C49F5CE8AD73}" type="pres">
      <dgm:prSet presAssocID="{24EFBB42-A06C-4D42-8CA0-D184FF2164EC}" presName="background2" presStyleLbl="asst1" presStyleIdx="3" presStyleCnt="12"/>
      <dgm:spPr/>
    </dgm:pt>
    <dgm:pt modelId="{37DF643E-49C4-4D85-8D55-3319036F4432}" type="pres">
      <dgm:prSet presAssocID="{24EFBB42-A06C-4D42-8CA0-D184FF2164EC}" presName="text2" presStyleLbl="fgAcc2" presStyleIdx="1" presStyleCnt="3" custLinFactNeighborY="1886">
        <dgm:presLayoutVars>
          <dgm:chPref val="3"/>
        </dgm:presLayoutVars>
      </dgm:prSet>
      <dgm:spPr/>
      <dgm:t>
        <a:bodyPr/>
        <a:lstStyle/>
        <a:p>
          <a:endParaRPr lang="th-TH"/>
        </a:p>
      </dgm:t>
    </dgm:pt>
    <dgm:pt modelId="{AEC29DAB-9493-47EC-8313-99EE2E747619}" type="pres">
      <dgm:prSet presAssocID="{24EFBB42-A06C-4D42-8CA0-D184FF2164EC}" presName="hierChild3" presStyleCnt="0"/>
      <dgm:spPr/>
    </dgm:pt>
    <dgm:pt modelId="{22FB6733-9829-4BBE-82DC-4DB742A802C2}" type="pres">
      <dgm:prSet presAssocID="{525BBE0A-EE4B-4047-8AD8-16E21B2EB6E0}" presName="Name17" presStyleLbl="parChTrans1D3" presStyleIdx="2" presStyleCnt="5"/>
      <dgm:spPr/>
      <dgm:t>
        <a:bodyPr/>
        <a:lstStyle/>
        <a:p>
          <a:endParaRPr lang="th-TH"/>
        </a:p>
      </dgm:t>
    </dgm:pt>
    <dgm:pt modelId="{C701D354-9CBF-4E14-AC1D-CC00F03BCBCA}" type="pres">
      <dgm:prSet presAssocID="{2CC26778-57F2-4099-90C2-09A77A681E5D}" presName="hierRoot3" presStyleCnt="0"/>
      <dgm:spPr/>
    </dgm:pt>
    <dgm:pt modelId="{0EAFF1A0-4316-4074-B922-0930F489204E}" type="pres">
      <dgm:prSet presAssocID="{2CC26778-57F2-4099-90C2-09A77A681E5D}" presName="composite3" presStyleCnt="0"/>
      <dgm:spPr/>
    </dgm:pt>
    <dgm:pt modelId="{E6B673EE-920A-4CCB-83AC-C9E14945D4DA}" type="pres">
      <dgm:prSet presAssocID="{2CC26778-57F2-4099-90C2-09A77A681E5D}" presName="background3" presStyleLbl="asst1" presStyleIdx="4" presStyleCnt="12"/>
      <dgm:spPr/>
    </dgm:pt>
    <dgm:pt modelId="{F043F315-36D5-44B8-B435-64E42DCA2021}" type="pres">
      <dgm:prSet presAssocID="{2CC26778-57F2-4099-90C2-09A77A681E5D}" presName="text3" presStyleLbl="fgAcc3" presStyleIdx="2" presStyleCnt="5">
        <dgm:presLayoutVars>
          <dgm:chPref val="3"/>
        </dgm:presLayoutVars>
      </dgm:prSet>
      <dgm:spPr/>
      <dgm:t>
        <a:bodyPr/>
        <a:lstStyle/>
        <a:p>
          <a:endParaRPr lang="th-TH"/>
        </a:p>
      </dgm:t>
    </dgm:pt>
    <dgm:pt modelId="{7C179490-5BC0-4EC3-B1F0-23A871BB6031}" type="pres">
      <dgm:prSet presAssocID="{2CC26778-57F2-4099-90C2-09A77A681E5D}" presName="hierChild4" presStyleCnt="0"/>
      <dgm:spPr/>
    </dgm:pt>
    <dgm:pt modelId="{8207D921-6A07-4A11-8002-DE09286EAF34}" type="pres">
      <dgm:prSet presAssocID="{42EF3E19-B63E-48AB-AAF0-786948A66122}" presName="Name23" presStyleLbl="parChTrans1D4" presStyleIdx="0" presStyleCnt="4"/>
      <dgm:spPr/>
      <dgm:t>
        <a:bodyPr/>
        <a:lstStyle/>
        <a:p>
          <a:endParaRPr lang="th-TH"/>
        </a:p>
      </dgm:t>
    </dgm:pt>
    <dgm:pt modelId="{DF3F5841-FF97-4EAF-8754-B9B7DADF4A51}" type="pres">
      <dgm:prSet presAssocID="{72067643-5674-4845-AB71-23F8A1407930}" presName="hierRoot4" presStyleCnt="0"/>
      <dgm:spPr/>
    </dgm:pt>
    <dgm:pt modelId="{9DE2AF22-9E26-4F40-887B-65C52A0B93BF}" type="pres">
      <dgm:prSet presAssocID="{72067643-5674-4845-AB71-23F8A1407930}" presName="composite4" presStyleCnt="0"/>
      <dgm:spPr/>
    </dgm:pt>
    <dgm:pt modelId="{9B78111C-9A16-4483-A35D-A3CFB5A0C76B}" type="pres">
      <dgm:prSet presAssocID="{72067643-5674-4845-AB71-23F8A1407930}" presName="background4" presStyleLbl="asst1" presStyleIdx="5" presStyleCnt="12"/>
      <dgm:spPr/>
    </dgm:pt>
    <dgm:pt modelId="{0B3C4C5A-5FB5-479A-98B3-AA1DD3B8B6B3}" type="pres">
      <dgm:prSet presAssocID="{72067643-5674-4845-AB71-23F8A1407930}" presName="text4" presStyleLbl="fgAcc4" presStyleIdx="0" presStyleCnt="4">
        <dgm:presLayoutVars>
          <dgm:chPref val="3"/>
        </dgm:presLayoutVars>
      </dgm:prSet>
      <dgm:spPr/>
      <dgm:t>
        <a:bodyPr/>
        <a:lstStyle/>
        <a:p>
          <a:endParaRPr lang="th-TH"/>
        </a:p>
      </dgm:t>
    </dgm:pt>
    <dgm:pt modelId="{630C39B6-8137-4FD7-8815-F6C6A73C1B96}" type="pres">
      <dgm:prSet presAssocID="{72067643-5674-4845-AB71-23F8A1407930}" presName="hierChild5" presStyleCnt="0"/>
      <dgm:spPr/>
    </dgm:pt>
    <dgm:pt modelId="{FF377933-85C8-46EF-BCDA-7D9F58DBE4F9}" type="pres">
      <dgm:prSet presAssocID="{83A4AE7C-EE64-4885-A793-64B6BDB4DFDD}" presName="Name23" presStyleLbl="parChTrans1D4" presStyleIdx="1" presStyleCnt="4"/>
      <dgm:spPr/>
      <dgm:t>
        <a:bodyPr/>
        <a:lstStyle/>
        <a:p>
          <a:endParaRPr lang="th-TH"/>
        </a:p>
      </dgm:t>
    </dgm:pt>
    <dgm:pt modelId="{C8CF4838-DBA8-4F2A-B4B4-4CABC6CFB060}" type="pres">
      <dgm:prSet presAssocID="{F763ACD2-20DF-4C55-9F3A-893220672A4F}" presName="hierRoot4" presStyleCnt="0"/>
      <dgm:spPr/>
    </dgm:pt>
    <dgm:pt modelId="{87069AEE-230B-431C-9C4B-3E5EBCAC3FC4}" type="pres">
      <dgm:prSet presAssocID="{F763ACD2-20DF-4C55-9F3A-893220672A4F}" presName="composite4" presStyleCnt="0"/>
      <dgm:spPr/>
    </dgm:pt>
    <dgm:pt modelId="{17291F77-2F3B-4A90-BF30-4539EA10DE8B}" type="pres">
      <dgm:prSet presAssocID="{F763ACD2-20DF-4C55-9F3A-893220672A4F}" presName="background4" presStyleLbl="asst1" presStyleIdx="6" presStyleCnt="12"/>
      <dgm:spPr/>
    </dgm:pt>
    <dgm:pt modelId="{98D68597-2BE8-4056-9C17-CDB44193BF76}" type="pres">
      <dgm:prSet presAssocID="{F763ACD2-20DF-4C55-9F3A-893220672A4F}" presName="text4" presStyleLbl="fgAcc4" presStyleIdx="1" presStyleCnt="4">
        <dgm:presLayoutVars>
          <dgm:chPref val="3"/>
        </dgm:presLayoutVars>
      </dgm:prSet>
      <dgm:spPr/>
      <dgm:t>
        <a:bodyPr/>
        <a:lstStyle/>
        <a:p>
          <a:endParaRPr lang="th-TH"/>
        </a:p>
      </dgm:t>
    </dgm:pt>
    <dgm:pt modelId="{2C20784B-FD68-49F5-A639-83813CC99097}" type="pres">
      <dgm:prSet presAssocID="{F763ACD2-20DF-4C55-9F3A-893220672A4F}" presName="hierChild5" presStyleCnt="0"/>
      <dgm:spPr/>
    </dgm:pt>
    <dgm:pt modelId="{3095827E-6EC7-4501-BD55-68A6EC52139E}" type="pres">
      <dgm:prSet presAssocID="{491D2990-1847-4E6E-85D7-C7C340752171}" presName="Name10" presStyleLbl="parChTrans1D2" presStyleIdx="2" presStyleCnt="3"/>
      <dgm:spPr/>
      <dgm:t>
        <a:bodyPr/>
        <a:lstStyle/>
        <a:p>
          <a:endParaRPr lang="th-TH"/>
        </a:p>
      </dgm:t>
    </dgm:pt>
    <dgm:pt modelId="{37709BE0-CB1A-4CB2-BF4D-70F037B057C3}" type="pres">
      <dgm:prSet presAssocID="{A1C3541C-5ABE-4F51-83DB-18120A0C10F1}" presName="hierRoot2" presStyleCnt="0"/>
      <dgm:spPr/>
    </dgm:pt>
    <dgm:pt modelId="{1675A8B2-99FB-4ED7-8899-CA9146DC3E9E}" type="pres">
      <dgm:prSet presAssocID="{A1C3541C-5ABE-4F51-83DB-18120A0C10F1}" presName="composite2" presStyleCnt="0"/>
      <dgm:spPr/>
    </dgm:pt>
    <dgm:pt modelId="{C9C0B95A-12CD-4BC5-85C3-59F36E879C1B}" type="pres">
      <dgm:prSet presAssocID="{A1C3541C-5ABE-4F51-83DB-18120A0C10F1}" presName="background2" presStyleLbl="asst1" presStyleIdx="7" presStyleCnt="12"/>
      <dgm:spPr/>
    </dgm:pt>
    <dgm:pt modelId="{78BCDBE2-8D0A-4AB9-898D-3D1BF7744A57}" type="pres">
      <dgm:prSet presAssocID="{A1C3541C-5ABE-4F51-83DB-18120A0C10F1}" presName="text2" presStyleLbl="fgAcc2" presStyleIdx="2" presStyleCnt="3">
        <dgm:presLayoutVars>
          <dgm:chPref val="3"/>
        </dgm:presLayoutVars>
      </dgm:prSet>
      <dgm:spPr/>
      <dgm:t>
        <a:bodyPr/>
        <a:lstStyle/>
        <a:p>
          <a:endParaRPr lang="th-TH"/>
        </a:p>
      </dgm:t>
    </dgm:pt>
    <dgm:pt modelId="{448105D3-233A-4F4C-B434-273CBFE23D88}" type="pres">
      <dgm:prSet presAssocID="{A1C3541C-5ABE-4F51-83DB-18120A0C10F1}" presName="hierChild3" presStyleCnt="0"/>
      <dgm:spPr/>
    </dgm:pt>
    <dgm:pt modelId="{97F0B001-676C-4EF3-949C-D7EDD6C8E03B}" type="pres">
      <dgm:prSet presAssocID="{958C733E-E443-44EB-A597-5299C7625064}" presName="Name17" presStyleLbl="parChTrans1D3" presStyleIdx="3" presStyleCnt="5"/>
      <dgm:spPr/>
      <dgm:t>
        <a:bodyPr/>
        <a:lstStyle/>
        <a:p>
          <a:endParaRPr lang="th-TH"/>
        </a:p>
      </dgm:t>
    </dgm:pt>
    <dgm:pt modelId="{CC8EC9B7-AE3E-4FD3-BBD2-04125E4EDFD3}" type="pres">
      <dgm:prSet presAssocID="{1058A4CC-CED3-4591-B309-23E7CA1EB2AE}" presName="hierRoot3" presStyleCnt="0"/>
      <dgm:spPr/>
    </dgm:pt>
    <dgm:pt modelId="{5DF4D82E-8AF7-4D0A-BA7F-191B5B87EA85}" type="pres">
      <dgm:prSet presAssocID="{1058A4CC-CED3-4591-B309-23E7CA1EB2AE}" presName="composite3" presStyleCnt="0"/>
      <dgm:spPr/>
    </dgm:pt>
    <dgm:pt modelId="{758A657B-B09D-4115-B0CE-6CD171EB6A5A}" type="pres">
      <dgm:prSet presAssocID="{1058A4CC-CED3-4591-B309-23E7CA1EB2AE}" presName="background3" presStyleLbl="asst1" presStyleIdx="8" presStyleCnt="12"/>
      <dgm:spPr/>
    </dgm:pt>
    <dgm:pt modelId="{F00631FC-29B0-48EF-B296-84959AA03A51}" type="pres">
      <dgm:prSet presAssocID="{1058A4CC-CED3-4591-B309-23E7CA1EB2AE}" presName="text3" presStyleLbl="fgAcc3" presStyleIdx="3" presStyleCnt="5">
        <dgm:presLayoutVars>
          <dgm:chPref val="3"/>
        </dgm:presLayoutVars>
      </dgm:prSet>
      <dgm:spPr/>
      <dgm:t>
        <a:bodyPr/>
        <a:lstStyle/>
        <a:p>
          <a:endParaRPr lang="th-TH"/>
        </a:p>
      </dgm:t>
    </dgm:pt>
    <dgm:pt modelId="{9A5C368F-4BF0-48CA-872E-F3EACB6029C5}" type="pres">
      <dgm:prSet presAssocID="{1058A4CC-CED3-4591-B309-23E7CA1EB2AE}" presName="hierChild4" presStyleCnt="0"/>
      <dgm:spPr/>
    </dgm:pt>
    <dgm:pt modelId="{7B82D472-766F-43E0-857B-323C63F939BE}" type="pres">
      <dgm:prSet presAssocID="{47BF4623-011E-418F-B831-110954D965BE}" presName="Name17" presStyleLbl="parChTrans1D3" presStyleIdx="4" presStyleCnt="5"/>
      <dgm:spPr/>
      <dgm:t>
        <a:bodyPr/>
        <a:lstStyle/>
        <a:p>
          <a:endParaRPr lang="th-TH"/>
        </a:p>
      </dgm:t>
    </dgm:pt>
    <dgm:pt modelId="{9145DFC3-9698-445E-8F59-B343AA748C1B}" type="pres">
      <dgm:prSet presAssocID="{79079CDF-DB26-409A-9668-0738BF336453}" presName="hierRoot3" presStyleCnt="0"/>
      <dgm:spPr/>
    </dgm:pt>
    <dgm:pt modelId="{A74682BC-692A-4FD7-BA5B-52903329E2DD}" type="pres">
      <dgm:prSet presAssocID="{79079CDF-DB26-409A-9668-0738BF336453}" presName="composite3" presStyleCnt="0"/>
      <dgm:spPr/>
    </dgm:pt>
    <dgm:pt modelId="{A3DAEAF5-CCCC-41A1-A75E-D7357E839473}" type="pres">
      <dgm:prSet presAssocID="{79079CDF-DB26-409A-9668-0738BF336453}" presName="background3" presStyleLbl="asst1" presStyleIdx="9" presStyleCnt="12"/>
      <dgm:spPr/>
    </dgm:pt>
    <dgm:pt modelId="{F82960AF-1535-45C7-A995-F3F81E8CA3AE}" type="pres">
      <dgm:prSet presAssocID="{79079CDF-DB26-409A-9668-0738BF336453}" presName="text3" presStyleLbl="fgAcc3" presStyleIdx="4" presStyleCnt="5">
        <dgm:presLayoutVars>
          <dgm:chPref val="3"/>
        </dgm:presLayoutVars>
      </dgm:prSet>
      <dgm:spPr/>
      <dgm:t>
        <a:bodyPr/>
        <a:lstStyle/>
        <a:p>
          <a:endParaRPr lang="th-TH"/>
        </a:p>
      </dgm:t>
    </dgm:pt>
    <dgm:pt modelId="{F7F1AF85-379F-47BF-99EB-D83A4135A5D6}" type="pres">
      <dgm:prSet presAssocID="{79079CDF-DB26-409A-9668-0738BF336453}" presName="hierChild4" presStyleCnt="0"/>
      <dgm:spPr/>
    </dgm:pt>
    <dgm:pt modelId="{5FCEC2E9-15FE-4928-9E8E-908D11FC51E7}" type="pres">
      <dgm:prSet presAssocID="{08F8DD6A-FC18-453A-941E-DDA43FF08979}" presName="Name23" presStyleLbl="parChTrans1D4" presStyleIdx="2" presStyleCnt="4"/>
      <dgm:spPr/>
      <dgm:t>
        <a:bodyPr/>
        <a:lstStyle/>
        <a:p>
          <a:endParaRPr lang="th-TH"/>
        </a:p>
      </dgm:t>
    </dgm:pt>
    <dgm:pt modelId="{2A6FBFA4-DF57-4F41-B336-EFE2641B94D9}" type="pres">
      <dgm:prSet presAssocID="{2EAC7F05-4180-4CFB-8033-2F9704D09572}" presName="hierRoot4" presStyleCnt="0"/>
      <dgm:spPr/>
    </dgm:pt>
    <dgm:pt modelId="{718C6119-6447-4909-9050-B8BB99CEC64E}" type="pres">
      <dgm:prSet presAssocID="{2EAC7F05-4180-4CFB-8033-2F9704D09572}" presName="composite4" presStyleCnt="0"/>
      <dgm:spPr/>
    </dgm:pt>
    <dgm:pt modelId="{2612CC2D-1E9C-4304-B1C8-20413C933702}" type="pres">
      <dgm:prSet presAssocID="{2EAC7F05-4180-4CFB-8033-2F9704D09572}" presName="background4" presStyleLbl="asst1" presStyleIdx="10" presStyleCnt="12"/>
      <dgm:spPr/>
    </dgm:pt>
    <dgm:pt modelId="{30743A06-D665-4A3C-BE28-4BD2E7ECC3F2}" type="pres">
      <dgm:prSet presAssocID="{2EAC7F05-4180-4CFB-8033-2F9704D09572}" presName="text4" presStyleLbl="fgAcc4" presStyleIdx="2" presStyleCnt="4">
        <dgm:presLayoutVars>
          <dgm:chPref val="3"/>
        </dgm:presLayoutVars>
      </dgm:prSet>
      <dgm:spPr/>
      <dgm:t>
        <a:bodyPr/>
        <a:lstStyle/>
        <a:p>
          <a:endParaRPr lang="th-TH"/>
        </a:p>
      </dgm:t>
    </dgm:pt>
    <dgm:pt modelId="{5F3B8D83-E8BE-4347-90AB-67A1DDDCF70D}" type="pres">
      <dgm:prSet presAssocID="{2EAC7F05-4180-4CFB-8033-2F9704D09572}" presName="hierChild5" presStyleCnt="0"/>
      <dgm:spPr/>
    </dgm:pt>
    <dgm:pt modelId="{8BEC6779-54EB-42A1-8D26-3A5ADB851177}" type="pres">
      <dgm:prSet presAssocID="{DA3341BD-0989-47A9-B184-6B5939C8D01E}" presName="Name23" presStyleLbl="parChTrans1D4" presStyleIdx="3" presStyleCnt="4"/>
      <dgm:spPr/>
      <dgm:t>
        <a:bodyPr/>
        <a:lstStyle/>
        <a:p>
          <a:endParaRPr lang="th-TH"/>
        </a:p>
      </dgm:t>
    </dgm:pt>
    <dgm:pt modelId="{593D7D57-EBD9-4452-8287-4293D3DDCECC}" type="pres">
      <dgm:prSet presAssocID="{141C8227-0B95-42AC-BFD6-E6AD9AE99B03}" presName="hierRoot4" presStyleCnt="0"/>
      <dgm:spPr/>
    </dgm:pt>
    <dgm:pt modelId="{4D080784-C132-40E2-B108-6501113C1D94}" type="pres">
      <dgm:prSet presAssocID="{141C8227-0B95-42AC-BFD6-E6AD9AE99B03}" presName="composite4" presStyleCnt="0"/>
      <dgm:spPr/>
    </dgm:pt>
    <dgm:pt modelId="{6B8254C8-3169-4FE7-A8C9-5F3BB2DA1C90}" type="pres">
      <dgm:prSet presAssocID="{141C8227-0B95-42AC-BFD6-E6AD9AE99B03}" presName="background4" presStyleLbl="asst1" presStyleIdx="11" presStyleCnt="12"/>
      <dgm:spPr/>
    </dgm:pt>
    <dgm:pt modelId="{AE577C29-FF78-4088-B3EB-E6B762C8016D}" type="pres">
      <dgm:prSet presAssocID="{141C8227-0B95-42AC-BFD6-E6AD9AE99B03}" presName="text4" presStyleLbl="fgAcc4" presStyleIdx="3" presStyleCnt="4">
        <dgm:presLayoutVars>
          <dgm:chPref val="3"/>
        </dgm:presLayoutVars>
      </dgm:prSet>
      <dgm:spPr/>
      <dgm:t>
        <a:bodyPr/>
        <a:lstStyle/>
        <a:p>
          <a:endParaRPr lang="th-TH"/>
        </a:p>
      </dgm:t>
    </dgm:pt>
    <dgm:pt modelId="{98EB006B-3EB7-46A4-9634-254D3B162CA4}" type="pres">
      <dgm:prSet presAssocID="{141C8227-0B95-42AC-BFD6-E6AD9AE99B03}" presName="hierChild5" presStyleCnt="0"/>
      <dgm:spPr/>
    </dgm:pt>
  </dgm:ptLst>
  <dgm:cxnLst>
    <dgm:cxn modelId="{EE72B856-613C-4984-8BA6-0A4ACF00144F}" type="presOf" srcId="{DA3341BD-0989-47A9-B184-6B5939C8D01E}" destId="{8BEC6779-54EB-42A1-8D26-3A5ADB851177}" srcOrd="0" destOrd="0" presId="urn:microsoft.com/office/officeart/2005/8/layout/hierarchy1"/>
    <dgm:cxn modelId="{35F9BCCA-9C63-4160-B909-4FBE71529331}" type="presOf" srcId="{782FCA9C-C1FC-4225-AE46-9860200315A9}" destId="{18D0D879-59E2-45AC-9424-1EFCED6AD29D}" srcOrd="0" destOrd="0" presId="urn:microsoft.com/office/officeart/2005/8/layout/hierarchy1"/>
    <dgm:cxn modelId="{375D8621-9200-48FC-A159-AA4D41031A8D}" srcId="{79F35DBA-5743-451D-827D-3133B0D2FB23}" destId="{5E3BAB7B-A3CF-4A1A-B151-B6077F037796}" srcOrd="0" destOrd="0" parTransId="{2343F56E-7075-4FC2-B393-6137E4A90EE2}" sibTransId="{14A969F4-6208-4D2F-980A-443DA5D685DD}"/>
    <dgm:cxn modelId="{D8FFA399-8671-4EDD-8DEB-AB6B8710FC00}" type="presOf" srcId="{2CC26778-57F2-4099-90C2-09A77A681E5D}" destId="{F043F315-36D5-44B8-B435-64E42DCA2021}" srcOrd="0" destOrd="0" presId="urn:microsoft.com/office/officeart/2005/8/layout/hierarchy1"/>
    <dgm:cxn modelId="{CB0B2B74-1CDB-4FEC-A4F3-9788DD56FB9A}" type="presOf" srcId="{72067643-5674-4845-AB71-23F8A1407930}" destId="{0B3C4C5A-5FB5-479A-98B3-AA1DD3B8B6B3}" srcOrd="0" destOrd="0" presId="urn:microsoft.com/office/officeart/2005/8/layout/hierarchy1"/>
    <dgm:cxn modelId="{A1622A72-E22E-4990-9B61-578B1D3FF26F}" srcId="{2CC26778-57F2-4099-90C2-09A77A681E5D}" destId="{72067643-5674-4845-AB71-23F8A1407930}" srcOrd="0" destOrd="0" parTransId="{42EF3E19-B63E-48AB-AAF0-786948A66122}" sibTransId="{E6F68828-0EED-4117-B6B8-1B349971A1D3}"/>
    <dgm:cxn modelId="{CD61AAEE-0F88-47E0-BCA3-322F0A4D07F1}" type="presOf" srcId="{47BF4623-011E-418F-B831-110954D965BE}" destId="{7B82D472-766F-43E0-857B-323C63F939BE}" srcOrd="0" destOrd="0" presId="urn:microsoft.com/office/officeart/2005/8/layout/hierarchy1"/>
    <dgm:cxn modelId="{90089A74-1D3F-4119-AF10-7F37540153AD}" type="presOf" srcId="{DFE08FBC-B67D-44E7-A47D-99162BFA5EA0}" destId="{0FAC8082-C6A3-42F5-9A96-6AC465BEB7D5}" srcOrd="0" destOrd="0" presId="urn:microsoft.com/office/officeart/2005/8/layout/hierarchy1"/>
    <dgm:cxn modelId="{012FE2A2-520D-4838-B91B-835A5541957A}" type="presOf" srcId="{83A4AE7C-EE64-4885-A793-64B6BDB4DFDD}" destId="{FF377933-85C8-46EF-BCDA-7D9F58DBE4F9}" srcOrd="0" destOrd="0" presId="urn:microsoft.com/office/officeart/2005/8/layout/hierarchy1"/>
    <dgm:cxn modelId="{6D1E0B5B-A6CD-4003-A294-7BED4F86EA6E}" type="presOf" srcId="{F763ACD2-20DF-4C55-9F3A-893220672A4F}" destId="{98D68597-2BE8-4056-9C17-CDB44193BF76}" srcOrd="0" destOrd="0" presId="urn:microsoft.com/office/officeart/2005/8/layout/hierarchy1"/>
    <dgm:cxn modelId="{9075652B-413A-404F-B2A4-C3831D928E81}" srcId="{5E3BAB7B-A3CF-4A1A-B151-B6077F037796}" destId="{782FCA9C-C1FC-4225-AE46-9860200315A9}" srcOrd="0" destOrd="0" parTransId="{6909994F-A4F5-4340-A488-3649DE48EF21}" sibTransId="{4D4D317A-87D5-464E-B4CF-0277B4DCC6C1}"/>
    <dgm:cxn modelId="{810BEA0A-3192-43AC-9221-081CA89249D2}" type="presOf" srcId="{491D2990-1847-4E6E-85D7-C7C340752171}" destId="{3095827E-6EC7-4501-BD55-68A6EC52139E}" srcOrd="0" destOrd="0" presId="urn:microsoft.com/office/officeart/2005/8/layout/hierarchy1"/>
    <dgm:cxn modelId="{BA691DAA-2351-48F2-B1E6-75FB9FB61813}" srcId="{A1C3541C-5ABE-4F51-83DB-18120A0C10F1}" destId="{79079CDF-DB26-409A-9668-0738BF336453}" srcOrd="1" destOrd="0" parTransId="{47BF4623-011E-418F-B831-110954D965BE}" sibTransId="{F252F931-FBCD-4A32-84D9-2D7899D9EFAD}"/>
    <dgm:cxn modelId="{D231FD6E-1A20-4059-A215-E7D17A5EA0A5}" type="presOf" srcId="{1058A4CC-CED3-4591-B309-23E7CA1EB2AE}" destId="{F00631FC-29B0-48EF-B296-84959AA03A51}" srcOrd="0" destOrd="0" presId="urn:microsoft.com/office/officeart/2005/8/layout/hierarchy1"/>
    <dgm:cxn modelId="{A0624F5D-99D7-402E-8E0A-1D90B25831F4}" type="presOf" srcId="{2EAC7F05-4180-4CFB-8033-2F9704D09572}" destId="{30743A06-D665-4A3C-BE28-4BD2E7ECC3F2}" srcOrd="0" destOrd="0" presId="urn:microsoft.com/office/officeart/2005/8/layout/hierarchy1"/>
    <dgm:cxn modelId="{555C85E3-7534-4D3A-8235-B397110D10A4}" type="presOf" srcId="{79F35DBA-5743-451D-827D-3133B0D2FB23}" destId="{CDDACE5C-28B2-4820-9F13-D6102E51B24F}" srcOrd="0" destOrd="0" presId="urn:microsoft.com/office/officeart/2005/8/layout/hierarchy1"/>
    <dgm:cxn modelId="{D71E1EB3-68AF-46B3-8C35-A198323B525C}" srcId="{782FCA9C-C1FC-4225-AE46-9860200315A9}" destId="{B0DBE628-DFF3-4F99-8CF4-0107F29CCFF1}" srcOrd="0" destOrd="0" parTransId="{0030E3A9-3B45-4092-BD1F-345987347C8F}" sibTransId="{CEC1DD1E-13F2-4CE1-97F6-F3989DE5F4AC}"/>
    <dgm:cxn modelId="{80E9C119-0B5C-488E-9315-825124A7E5F4}" srcId="{79079CDF-DB26-409A-9668-0738BF336453}" destId="{141C8227-0B95-42AC-BFD6-E6AD9AE99B03}" srcOrd="1" destOrd="0" parTransId="{DA3341BD-0989-47A9-B184-6B5939C8D01E}" sibTransId="{79E5513D-B76E-4114-85F3-736F036BA77C}"/>
    <dgm:cxn modelId="{233CE869-97BC-4F84-B84E-06C874297468}" type="presOf" srcId="{DCE5F8E2-92B1-45BA-8B0C-BC6887312AEF}" destId="{C22F7376-513E-4E2B-8458-39B8079A3EF2}" srcOrd="0" destOrd="0" presId="urn:microsoft.com/office/officeart/2005/8/layout/hierarchy1"/>
    <dgm:cxn modelId="{EBCCB05D-7753-4B22-B553-F6E31E0FCFCD}" srcId="{79079CDF-DB26-409A-9668-0738BF336453}" destId="{2EAC7F05-4180-4CFB-8033-2F9704D09572}" srcOrd="0" destOrd="0" parTransId="{08F8DD6A-FC18-453A-941E-DDA43FF08979}" sibTransId="{DFF173A4-2533-406C-A294-F24D39F26C55}"/>
    <dgm:cxn modelId="{7EB61367-92DA-4324-BF39-3B6EAF0441C3}" srcId="{A1C3541C-5ABE-4F51-83DB-18120A0C10F1}" destId="{1058A4CC-CED3-4591-B309-23E7CA1EB2AE}" srcOrd="0" destOrd="0" parTransId="{958C733E-E443-44EB-A597-5299C7625064}" sibTransId="{55114014-7A1A-42DB-A329-7657C2C5F0C5}"/>
    <dgm:cxn modelId="{5E68BE30-8400-4746-B3D4-9660B5BA196E}" srcId="{5E3BAB7B-A3CF-4A1A-B151-B6077F037796}" destId="{A1C3541C-5ABE-4F51-83DB-18120A0C10F1}" srcOrd="2" destOrd="0" parTransId="{491D2990-1847-4E6E-85D7-C7C340752171}" sibTransId="{0BB15A5F-ACF2-4BC6-97C2-6DC0C3CB5A2F}"/>
    <dgm:cxn modelId="{E1C86736-B9A8-4B63-AC62-A7ADAE000442}" type="presOf" srcId="{79079CDF-DB26-409A-9668-0738BF336453}" destId="{F82960AF-1535-45C7-A995-F3F81E8CA3AE}" srcOrd="0" destOrd="0" presId="urn:microsoft.com/office/officeart/2005/8/layout/hierarchy1"/>
    <dgm:cxn modelId="{B1ED5CC5-1706-4A88-A298-810213A29D4A}" type="presOf" srcId="{A1C3541C-5ABE-4F51-83DB-18120A0C10F1}" destId="{78BCDBE2-8D0A-4AB9-898D-3D1BF7744A57}" srcOrd="0" destOrd="0" presId="urn:microsoft.com/office/officeart/2005/8/layout/hierarchy1"/>
    <dgm:cxn modelId="{B739FCAC-09AE-4149-8D47-C5936D636396}" type="presOf" srcId="{958C733E-E443-44EB-A597-5299C7625064}" destId="{97F0B001-676C-4EF3-949C-D7EDD6C8E03B}" srcOrd="0" destOrd="0" presId="urn:microsoft.com/office/officeart/2005/8/layout/hierarchy1"/>
    <dgm:cxn modelId="{F2DE0987-6BB3-4941-A607-0D532132D34C}" type="presOf" srcId="{141C8227-0B95-42AC-BFD6-E6AD9AE99B03}" destId="{AE577C29-FF78-4088-B3EB-E6B762C8016D}" srcOrd="0" destOrd="0" presId="urn:microsoft.com/office/officeart/2005/8/layout/hierarchy1"/>
    <dgm:cxn modelId="{BE511C88-5D96-49D5-BA1C-CB32AE1529AA}" type="presOf" srcId="{424099E1-D005-4272-818C-024617B5D92F}" destId="{A1604D91-E070-491B-9CF6-B05B3618F94A}" srcOrd="0" destOrd="0" presId="urn:microsoft.com/office/officeart/2005/8/layout/hierarchy1"/>
    <dgm:cxn modelId="{80A54711-AE89-4E8F-9E4D-BC20FD906DAB}" srcId="{24EFBB42-A06C-4D42-8CA0-D184FF2164EC}" destId="{2CC26778-57F2-4099-90C2-09A77A681E5D}" srcOrd="0" destOrd="0" parTransId="{525BBE0A-EE4B-4047-8AD8-16E21B2EB6E0}" sibTransId="{219E1C79-E071-48E4-B8B1-9E3DB478837C}"/>
    <dgm:cxn modelId="{3577A0AE-3677-4ECF-B1B3-668BF7F6BE87}" srcId="{5E3BAB7B-A3CF-4A1A-B151-B6077F037796}" destId="{24EFBB42-A06C-4D42-8CA0-D184FF2164EC}" srcOrd="1" destOrd="0" parTransId="{424099E1-D005-4272-818C-024617B5D92F}" sibTransId="{47901611-34C5-4E57-B106-0D61F172B387}"/>
    <dgm:cxn modelId="{9D82EFDA-6887-4DDA-96DE-704DC8803D63}" type="presOf" srcId="{0030E3A9-3B45-4092-BD1F-345987347C8F}" destId="{59EFDAD9-A739-4F05-BAF2-9600B63AC8BC}" srcOrd="0" destOrd="0" presId="urn:microsoft.com/office/officeart/2005/8/layout/hierarchy1"/>
    <dgm:cxn modelId="{37317D64-26DA-472C-AEB4-83DC3CF514B3}" type="presOf" srcId="{24EFBB42-A06C-4D42-8CA0-D184FF2164EC}" destId="{37DF643E-49C4-4D85-8D55-3319036F4432}" srcOrd="0" destOrd="0" presId="urn:microsoft.com/office/officeart/2005/8/layout/hierarchy1"/>
    <dgm:cxn modelId="{EE78DA57-4411-4C86-B19F-78E971765637}" type="presOf" srcId="{B0DBE628-DFF3-4F99-8CF4-0107F29CCFF1}" destId="{6115CF7D-BBC4-4868-9264-03F537256D2B}" srcOrd="0" destOrd="0" presId="urn:microsoft.com/office/officeart/2005/8/layout/hierarchy1"/>
    <dgm:cxn modelId="{342B910A-563A-41EC-A8D7-F0D25656CE26}" type="presOf" srcId="{6909994F-A4F5-4340-A488-3649DE48EF21}" destId="{F31098B3-9422-4543-9F1E-B5C984F27BAA}" srcOrd="0" destOrd="0" presId="urn:microsoft.com/office/officeart/2005/8/layout/hierarchy1"/>
    <dgm:cxn modelId="{86563D89-CB2E-4678-AC6F-EBFF62C3D084}" srcId="{2CC26778-57F2-4099-90C2-09A77A681E5D}" destId="{F763ACD2-20DF-4C55-9F3A-893220672A4F}" srcOrd="1" destOrd="0" parTransId="{83A4AE7C-EE64-4885-A793-64B6BDB4DFDD}" sibTransId="{493D2291-EE8D-4335-8FBF-4519DB1964C6}"/>
    <dgm:cxn modelId="{7B85AA7E-95A0-46AA-A9DD-A07C9127FFEA}" type="presOf" srcId="{5E3BAB7B-A3CF-4A1A-B151-B6077F037796}" destId="{3713D1A5-B4E1-4EEB-9AC8-269CF1B3F078}" srcOrd="0" destOrd="0" presId="urn:microsoft.com/office/officeart/2005/8/layout/hierarchy1"/>
    <dgm:cxn modelId="{9F75B9ED-3A86-4E55-8B13-136544C14026}" type="presOf" srcId="{08F8DD6A-FC18-453A-941E-DDA43FF08979}" destId="{5FCEC2E9-15FE-4928-9E8E-908D11FC51E7}" srcOrd="0" destOrd="0" presId="urn:microsoft.com/office/officeart/2005/8/layout/hierarchy1"/>
    <dgm:cxn modelId="{36B2A575-3FB3-477A-B56E-A6A0DC2ED6D5}" type="presOf" srcId="{42EF3E19-B63E-48AB-AAF0-786948A66122}" destId="{8207D921-6A07-4A11-8002-DE09286EAF34}" srcOrd="0" destOrd="0" presId="urn:microsoft.com/office/officeart/2005/8/layout/hierarchy1"/>
    <dgm:cxn modelId="{F60A5C73-8707-4C8C-B8BB-BDC92BE1537E}" srcId="{782FCA9C-C1FC-4225-AE46-9860200315A9}" destId="{DCE5F8E2-92B1-45BA-8B0C-BC6887312AEF}" srcOrd="1" destOrd="0" parTransId="{DFE08FBC-B67D-44E7-A47D-99162BFA5EA0}" sibTransId="{2470A184-8C20-4C89-B539-5534A32886DF}"/>
    <dgm:cxn modelId="{CE45DD89-FF12-463E-8A2E-B5CF8AFBF69B}" type="presOf" srcId="{525BBE0A-EE4B-4047-8AD8-16E21B2EB6E0}" destId="{22FB6733-9829-4BBE-82DC-4DB742A802C2}" srcOrd="0" destOrd="0" presId="urn:microsoft.com/office/officeart/2005/8/layout/hierarchy1"/>
    <dgm:cxn modelId="{739A9B16-CA4F-44BA-82B3-2DB5D992815C}" type="presParOf" srcId="{CDDACE5C-28B2-4820-9F13-D6102E51B24F}" destId="{88DC1C0B-4476-4630-8D75-E7C7A36D6154}" srcOrd="0" destOrd="0" presId="urn:microsoft.com/office/officeart/2005/8/layout/hierarchy1"/>
    <dgm:cxn modelId="{58C21782-28CB-43F3-818C-A04C7C722C3B}" type="presParOf" srcId="{88DC1C0B-4476-4630-8D75-E7C7A36D6154}" destId="{0AC568F7-1D07-417C-A75B-83C2CE23FED6}" srcOrd="0" destOrd="0" presId="urn:microsoft.com/office/officeart/2005/8/layout/hierarchy1"/>
    <dgm:cxn modelId="{41DC9742-48E0-44EB-A7E9-864A8542DC5E}" type="presParOf" srcId="{0AC568F7-1D07-417C-A75B-83C2CE23FED6}" destId="{E599447C-B122-43A5-89FC-578DC62E395E}" srcOrd="0" destOrd="0" presId="urn:microsoft.com/office/officeart/2005/8/layout/hierarchy1"/>
    <dgm:cxn modelId="{2B34AFD8-894C-4B8E-9256-0A66C3581D0F}" type="presParOf" srcId="{0AC568F7-1D07-417C-A75B-83C2CE23FED6}" destId="{3713D1A5-B4E1-4EEB-9AC8-269CF1B3F078}" srcOrd="1" destOrd="0" presId="urn:microsoft.com/office/officeart/2005/8/layout/hierarchy1"/>
    <dgm:cxn modelId="{B04537CE-DA44-48BB-B093-51D075AD2C9A}" type="presParOf" srcId="{88DC1C0B-4476-4630-8D75-E7C7A36D6154}" destId="{5FE1E0C5-5FAD-40B3-A05B-1207D043778B}" srcOrd="1" destOrd="0" presId="urn:microsoft.com/office/officeart/2005/8/layout/hierarchy1"/>
    <dgm:cxn modelId="{EED37671-148F-4AB1-B706-C2A25F9C5FC4}" type="presParOf" srcId="{5FE1E0C5-5FAD-40B3-A05B-1207D043778B}" destId="{F31098B3-9422-4543-9F1E-B5C984F27BAA}" srcOrd="0" destOrd="0" presId="urn:microsoft.com/office/officeart/2005/8/layout/hierarchy1"/>
    <dgm:cxn modelId="{BAD44732-5E31-43EF-B482-1EB321EE7EBA}" type="presParOf" srcId="{5FE1E0C5-5FAD-40B3-A05B-1207D043778B}" destId="{52E0290A-FAE2-421F-88E5-53A024ED9C5F}" srcOrd="1" destOrd="0" presId="urn:microsoft.com/office/officeart/2005/8/layout/hierarchy1"/>
    <dgm:cxn modelId="{C4E2DE8F-F8DD-462B-9050-B548A2AF5F35}" type="presParOf" srcId="{52E0290A-FAE2-421F-88E5-53A024ED9C5F}" destId="{50CDD310-010E-47B0-9641-D879F64092B8}" srcOrd="0" destOrd="0" presId="urn:microsoft.com/office/officeart/2005/8/layout/hierarchy1"/>
    <dgm:cxn modelId="{6906CED6-0696-412E-AF70-AF6BDA3899E0}" type="presParOf" srcId="{50CDD310-010E-47B0-9641-D879F64092B8}" destId="{4AE5AA24-3867-43BC-A5F7-54868E2A4961}" srcOrd="0" destOrd="0" presId="urn:microsoft.com/office/officeart/2005/8/layout/hierarchy1"/>
    <dgm:cxn modelId="{011FCD6E-1BF1-40AA-8E0F-FBB332FF1334}" type="presParOf" srcId="{50CDD310-010E-47B0-9641-D879F64092B8}" destId="{18D0D879-59E2-45AC-9424-1EFCED6AD29D}" srcOrd="1" destOrd="0" presId="urn:microsoft.com/office/officeart/2005/8/layout/hierarchy1"/>
    <dgm:cxn modelId="{BCB07743-E210-4240-889A-6DAD6A3BF3BE}" type="presParOf" srcId="{52E0290A-FAE2-421F-88E5-53A024ED9C5F}" destId="{B1122B02-74E4-4B39-97A2-37B9F464E812}" srcOrd="1" destOrd="0" presId="urn:microsoft.com/office/officeart/2005/8/layout/hierarchy1"/>
    <dgm:cxn modelId="{75434027-0AD1-4082-B86E-25E3D580BA4C}" type="presParOf" srcId="{B1122B02-74E4-4B39-97A2-37B9F464E812}" destId="{59EFDAD9-A739-4F05-BAF2-9600B63AC8BC}" srcOrd="0" destOrd="0" presId="urn:microsoft.com/office/officeart/2005/8/layout/hierarchy1"/>
    <dgm:cxn modelId="{B66DC15F-AC47-4396-94A5-E8AF18BD57C3}" type="presParOf" srcId="{B1122B02-74E4-4B39-97A2-37B9F464E812}" destId="{CE9D596E-464A-48D8-8616-67F61048182E}" srcOrd="1" destOrd="0" presId="urn:microsoft.com/office/officeart/2005/8/layout/hierarchy1"/>
    <dgm:cxn modelId="{1357C646-B4AD-4F9D-83BA-636753ECC882}" type="presParOf" srcId="{CE9D596E-464A-48D8-8616-67F61048182E}" destId="{0521F5F6-C31A-4F56-8F98-C75681CD7262}" srcOrd="0" destOrd="0" presId="urn:microsoft.com/office/officeart/2005/8/layout/hierarchy1"/>
    <dgm:cxn modelId="{8A6E642A-5F3B-4731-9B15-9C6B74A58E96}" type="presParOf" srcId="{0521F5F6-C31A-4F56-8F98-C75681CD7262}" destId="{1148727C-F55C-4F10-B750-E8286EC0BF73}" srcOrd="0" destOrd="0" presId="urn:microsoft.com/office/officeart/2005/8/layout/hierarchy1"/>
    <dgm:cxn modelId="{04833FFB-A843-4FF4-A548-11A866FC9DD0}" type="presParOf" srcId="{0521F5F6-C31A-4F56-8F98-C75681CD7262}" destId="{6115CF7D-BBC4-4868-9264-03F537256D2B}" srcOrd="1" destOrd="0" presId="urn:microsoft.com/office/officeart/2005/8/layout/hierarchy1"/>
    <dgm:cxn modelId="{7CF1DA7E-57D7-4F5E-A766-8ED316A94A08}" type="presParOf" srcId="{CE9D596E-464A-48D8-8616-67F61048182E}" destId="{4BC1E28D-EC05-4CCB-8F7E-9CE182B29D3D}" srcOrd="1" destOrd="0" presId="urn:microsoft.com/office/officeart/2005/8/layout/hierarchy1"/>
    <dgm:cxn modelId="{66BB2892-277A-4979-8667-D8CC7F6AE912}" type="presParOf" srcId="{B1122B02-74E4-4B39-97A2-37B9F464E812}" destId="{0FAC8082-C6A3-42F5-9A96-6AC465BEB7D5}" srcOrd="2" destOrd="0" presId="urn:microsoft.com/office/officeart/2005/8/layout/hierarchy1"/>
    <dgm:cxn modelId="{168DB2B0-8A22-4C94-89B5-B2C05BA339F7}" type="presParOf" srcId="{B1122B02-74E4-4B39-97A2-37B9F464E812}" destId="{C7DC435C-2412-4DE9-9AA1-7CBE13FD6848}" srcOrd="3" destOrd="0" presId="urn:microsoft.com/office/officeart/2005/8/layout/hierarchy1"/>
    <dgm:cxn modelId="{AF738900-C088-41AD-B03C-56129D1B490E}" type="presParOf" srcId="{C7DC435C-2412-4DE9-9AA1-7CBE13FD6848}" destId="{48C9D6A3-EED6-418E-9DDC-24199B376F5D}" srcOrd="0" destOrd="0" presId="urn:microsoft.com/office/officeart/2005/8/layout/hierarchy1"/>
    <dgm:cxn modelId="{121366B9-68C2-43F7-958D-089844E7F377}" type="presParOf" srcId="{48C9D6A3-EED6-418E-9DDC-24199B376F5D}" destId="{627F19D9-C0F8-4F6E-A385-3AF7E929F1E2}" srcOrd="0" destOrd="0" presId="urn:microsoft.com/office/officeart/2005/8/layout/hierarchy1"/>
    <dgm:cxn modelId="{D5DDC008-04CF-4C71-A4F7-09FF43207A98}" type="presParOf" srcId="{48C9D6A3-EED6-418E-9DDC-24199B376F5D}" destId="{C22F7376-513E-4E2B-8458-39B8079A3EF2}" srcOrd="1" destOrd="0" presId="urn:microsoft.com/office/officeart/2005/8/layout/hierarchy1"/>
    <dgm:cxn modelId="{16ECD07A-F6DB-45A8-9B0A-10633DC6C9C9}" type="presParOf" srcId="{C7DC435C-2412-4DE9-9AA1-7CBE13FD6848}" destId="{874B010D-B939-4E08-A363-972E38D80132}" srcOrd="1" destOrd="0" presId="urn:microsoft.com/office/officeart/2005/8/layout/hierarchy1"/>
    <dgm:cxn modelId="{D6D41C50-3D90-449F-9904-3FDE7EB71B0F}" type="presParOf" srcId="{5FE1E0C5-5FAD-40B3-A05B-1207D043778B}" destId="{A1604D91-E070-491B-9CF6-B05B3618F94A}" srcOrd="2" destOrd="0" presId="urn:microsoft.com/office/officeart/2005/8/layout/hierarchy1"/>
    <dgm:cxn modelId="{F2501C93-2333-4FFB-B2DE-E12455C1F629}" type="presParOf" srcId="{5FE1E0C5-5FAD-40B3-A05B-1207D043778B}" destId="{AC66C8EF-24FD-434E-8A11-9DC9F68E0430}" srcOrd="3" destOrd="0" presId="urn:microsoft.com/office/officeart/2005/8/layout/hierarchy1"/>
    <dgm:cxn modelId="{FF37C005-D796-4F03-9F0B-2A028F2B6DEE}" type="presParOf" srcId="{AC66C8EF-24FD-434E-8A11-9DC9F68E0430}" destId="{6F8D395A-195B-4386-9A3B-34DBDC625103}" srcOrd="0" destOrd="0" presId="urn:microsoft.com/office/officeart/2005/8/layout/hierarchy1"/>
    <dgm:cxn modelId="{7625B2FE-80EF-4C85-9F6E-E61D9108BB20}" type="presParOf" srcId="{6F8D395A-195B-4386-9A3B-34DBDC625103}" destId="{05F5FA95-1DED-465D-8173-C49F5CE8AD73}" srcOrd="0" destOrd="0" presId="urn:microsoft.com/office/officeart/2005/8/layout/hierarchy1"/>
    <dgm:cxn modelId="{38B8A699-D190-4EFB-BDF0-9D5F6D7A1A2F}" type="presParOf" srcId="{6F8D395A-195B-4386-9A3B-34DBDC625103}" destId="{37DF643E-49C4-4D85-8D55-3319036F4432}" srcOrd="1" destOrd="0" presId="urn:microsoft.com/office/officeart/2005/8/layout/hierarchy1"/>
    <dgm:cxn modelId="{2C8C4247-00B0-4019-97B9-A71E61BDBFAF}" type="presParOf" srcId="{AC66C8EF-24FD-434E-8A11-9DC9F68E0430}" destId="{AEC29DAB-9493-47EC-8313-99EE2E747619}" srcOrd="1" destOrd="0" presId="urn:microsoft.com/office/officeart/2005/8/layout/hierarchy1"/>
    <dgm:cxn modelId="{0DF778A4-F824-44E4-AC3B-58B02A95291C}" type="presParOf" srcId="{AEC29DAB-9493-47EC-8313-99EE2E747619}" destId="{22FB6733-9829-4BBE-82DC-4DB742A802C2}" srcOrd="0" destOrd="0" presId="urn:microsoft.com/office/officeart/2005/8/layout/hierarchy1"/>
    <dgm:cxn modelId="{889AF14D-71EE-4517-A7E2-B5BC41F95B63}" type="presParOf" srcId="{AEC29DAB-9493-47EC-8313-99EE2E747619}" destId="{C701D354-9CBF-4E14-AC1D-CC00F03BCBCA}" srcOrd="1" destOrd="0" presId="urn:microsoft.com/office/officeart/2005/8/layout/hierarchy1"/>
    <dgm:cxn modelId="{21276A30-E3FB-4428-9491-3D1A08C0A1BF}" type="presParOf" srcId="{C701D354-9CBF-4E14-AC1D-CC00F03BCBCA}" destId="{0EAFF1A0-4316-4074-B922-0930F489204E}" srcOrd="0" destOrd="0" presId="urn:microsoft.com/office/officeart/2005/8/layout/hierarchy1"/>
    <dgm:cxn modelId="{C8C85ECB-68A2-48E7-9874-D4CA207C2242}" type="presParOf" srcId="{0EAFF1A0-4316-4074-B922-0930F489204E}" destId="{E6B673EE-920A-4CCB-83AC-C9E14945D4DA}" srcOrd="0" destOrd="0" presId="urn:microsoft.com/office/officeart/2005/8/layout/hierarchy1"/>
    <dgm:cxn modelId="{45704551-7DE0-492C-A857-51F09BDAFC1D}" type="presParOf" srcId="{0EAFF1A0-4316-4074-B922-0930F489204E}" destId="{F043F315-36D5-44B8-B435-64E42DCA2021}" srcOrd="1" destOrd="0" presId="urn:microsoft.com/office/officeart/2005/8/layout/hierarchy1"/>
    <dgm:cxn modelId="{A3F914F6-A303-4C4C-87DE-642FBB5B71BB}" type="presParOf" srcId="{C701D354-9CBF-4E14-AC1D-CC00F03BCBCA}" destId="{7C179490-5BC0-4EC3-B1F0-23A871BB6031}" srcOrd="1" destOrd="0" presId="urn:microsoft.com/office/officeart/2005/8/layout/hierarchy1"/>
    <dgm:cxn modelId="{D33C4E6B-75C7-482B-8391-AFE1AFC92E47}" type="presParOf" srcId="{7C179490-5BC0-4EC3-B1F0-23A871BB6031}" destId="{8207D921-6A07-4A11-8002-DE09286EAF34}" srcOrd="0" destOrd="0" presId="urn:microsoft.com/office/officeart/2005/8/layout/hierarchy1"/>
    <dgm:cxn modelId="{5BCA7E6A-7F97-46F1-A57B-A497A93492D8}" type="presParOf" srcId="{7C179490-5BC0-4EC3-B1F0-23A871BB6031}" destId="{DF3F5841-FF97-4EAF-8754-B9B7DADF4A51}" srcOrd="1" destOrd="0" presId="urn:microsoft.com/office/officeart/2005/8/layout/hierarchy1"/>
    <dgm:cxn modelId="{78FB1E74-BD67-4ADF-BC45-014216783CFF}" type="presParOf" srcId="{DF3F5841-FF97-4EAF-8754-B9B7DADF4A51}" destId="{9DE2AF22-9E26-4F40-887B-65C52A0B93BF}" srcOrd="0" destOrd="0" presId="urn:microsoft.com/office/officeart/2005/8/layout/hierarchy1"/>
    <dgm:cxn modelId="{DF8F0525-83BA-4D24-9CD9-FED8B6D97027}" type="presParOf" srcId="{9DE2AF22-9E26-4F40-887B-65C52A0B93BF}" destId="{9B78111C-9A16-4483-A35D-A3CFB5A0C76B}" srcOrd="0" destOrd="0" presId="urn:microsoft.com/office/officeart/2005/8/layout/hierarchy1"/>
    <dgm:cxn modelId="{11FEDFF4-85A8-4BF3-91FD-8B229621BD6A}" type="presParOf" srcId="{9DE2AF22-9E26-4F40-887B-65C52A0B93BF}" destId="{0B3C4C5A-5FB5-479A-98B3-AA1DD3B8B6B3}" srcOrd="1" destOrd="0" presId="urn:microsoft.com/office/officeart/2005/8/layout/hierarchy1"/>
    <dgm:cxn modelId="{6772A977-AE6A-4AB7-8C3F-45AC42117CD5}" type="presParOf" srcId="{DF3F5841-FF97-4EAF-8754-B9B7DADF4A51}" destId="{630C39B6-8137-4FD7-8815-F6C6A73C1B96}" srcOrd="1" destOrd="0" presId="urn:microsoft.com/office/officeart/2005/8/layout/hierarchy1"/>
    <dgm:cxn modelId="{EC3A2459-77EF-417F-903E-14B694485163}" type="presParOf" srcId="{7C179490-5BC0-4EC3-B1F0-23A871BB6031}" destId="{FF377933-85C8-46EF-BCDA-7D9F58DBE4F9}" srcOrd="2" destOrd="0" presId="urn:microsoft.com/office/officeart/2005/8/layout/hierarchy1"/>
    <dgm:cxn modelId="{2CABA8CC-777A-44A7-9969-C7C66AB9B9BC}" type="presParOf" srcId="{7C179490-5BC0-4EC3-B1F0-23A871BB6031}" destId="{C8CF4838-DBA8-4F2A-B4B4-4CABC6CFB060}" srcOrd="3" destOrd="0" presId="urn:microsoft.com/office/officeart/2005/8/layout/hierarchy1"/>
    <dgm:cxn modelId="{A68116C9-6B7B-49D4-9EC0-6EDADA4008F7}" type="presParOf" srcId="{C8CF4838-DBA8-4F2A-B4B4-4CABC6CFB060}" destId="{87069AEE-230B-431C-9C4B-3E5EBCAC3FC4}" srcOrd="0" destOrd="0" presId="urn:microsoft.com/office/officeart/2005/8/layout/hierarchy1"/>
    <dgm:cxn modelId="{67CBF04B-2837-4029-9EF0-6D1C6CCDBF68}" type="presParOf" srcId="{87069AEE-230B-431C-9C4B-3E5EBCAC3FC4}" destId="{17291F77-2F3B-4A90-BF30-4539EA10DE8B}" srcOrd="0" destOrd="0" presId="urn:microsoft.com/office/officeart/2005/8/layout/hierarchy1"/>
    <dgm:cxn modelId="{BB863C15-7781-49CF-B400-9099031F2DCB}" type="presParOf" srcId="{87069AEE-230B-431C-9C4B-3E5EBCAC3FC4}" destId="{98D68597-2BE8-4056-9C17-CDB44193BF76}" srcOrd="1" destOrd="0" presId="urn:microsoft.com/office/officeart/2005/8/layout/hierarchy1"/>
    <dgm:cxn modelId="{9C381307-03C6-42A6-80BD-137FD8CCE473}" type="presParOf" srcId="{C8CF4838-DBA8-4F2A-B4B4-4CABC6CFB060}" destId="{2C20784B-FD68-49F5-A639-83813CC99097}" srcOrd="1" destOrd="0" presId="urn:microsoft.com/office/officeart/2005/8/layout/hierarchy1"/>
    <dgm:cxn modelId="{B38D3A83-E2ED-47AB-95D2-F42C8201706D}" type="presParOf" srcId="{5FE1E0C5-5FAD-40B3-A05B-1207D043778B}" destId="{3095827E-6EC7-4501-BD55-68A6EC52139E}" srcOrd="4" destOrd="0" presId="urn:microsoft.com/office/officeart/2005/8/layout/hierarchy1"/>
    <dgm:cxn modelId="{789FA2D9-D413-441C-8EA1-CBED2E58078C}" type="presParOf" srcId="{5FE1E0C5-5FAD-40B3-A05B-1207D043778B}" destId="{37709BE0-CB1A-4CB2-BF4D-70F037B057C3}" srcOrd="5" destOrd="0" presId="urn:microsoft.com/office/officeart/2005/8/layout/hierarchy1"/>
    <dgm:cxn modelId="{9C450A1D-193E-4CBA-A84D-33927B00D37E}" type="presParOf" srcId="{37709BE0-CB1A-4CB2-BF4D-70F037B057C3}" destId="{1675A8B2-99FB-4ED7-8899-CA9146DC3E9E}" srcOrd="0" destOrd="0" presId="urn:microsoft.com/office/officeart/2005/8/layout/hierarchy1"/>
    <dgm:cxn modelId="{DAF2C71D-27DF-4B64-AECE-B65AAF7396D2}" type="presParOf" srcId="{1675A8B2-99FB-4ED7-8899-CA9146DC3E9E}" destId="{C9C0B95A-12CD-4BC5-85C3-59F36E879C1B}" srcOrd="0" destOrd="0" presId="urn:microsoft.com/office/officeart/2005/8/layout/hierarchy1"/>
    <dgm:cxn modelId="{26FC104E-B792-4A3A-AB05-16AA262B5B4D}" type="presParOf" srcId="{1675A8B2-99FB-4ED7-8899-CA9146DC3E9E}" destId="{78BCDBE2-8D0A-4AB9-898D-3D1BF7744A57}" srcOrd="1" destOrd="0" presId="urn:microsoft.com/office/officeart/2005/8/layout/hierarchy1"/>
    <dgm:cxn modelId="{2D7FC62F-870D-4EC6-924E-736F08641583}" type="presParOf" srcId="{37709BE0-CB1A-4CB2-BF4D-70F037B057C3}" destId="{448105D3-233A-4F4C-B434-273CBFE23D88}" srcOrd="1" destOrd="0" presId="urn:microsoft.com/office/officeart/2005/8/layout/hierarchy1"/>
    <dgm:cxn modelId="{385A5626-131A-4600-9D9F-467C53142CAC}" type="presParOf" srcId="{448105D3-233A-4F4C-B434-273CBFE23D88}" destId="{97F0B001-676C-4EF3-949C-D7EDD6C8E03B}" srcOrd="0" destOrd="0" presId="urn:microsoft.com/office/officeart/2005/8/layout/hierarchy1"/>
    <dgm:cxn modelId="{9B91772E-9C66-4F5A-9277-CF181B58A0C7}" type="presParOf" srcId="{448105D3-233A-4F4C-B434-273CBFE23D88}" destId="{CC8EC9B7-AE3E-4FD3-BBD2-04125E4EDFD3}" srcOrd="1" destOrd="0" presId="urn:microsoft.com/office/officeart/2005/8/layout/hierarchy1"/>
    <dgm:cxn modelId="{781989B2-E2CC-40C0-8547-4BF11021A6D8}" type="presParOf" srcId="{CC8EC9B7-AE3E-4FD3-BBD2-04125E4EDFD3}" destId="{5DF4D82E-8AF7-4D0A-BA7F-191B5B87EA85}" srcOrd="0" destOrd="0" presId="urn:microsoft.com/office/officeart/2005/8/layout/hierarchy1"/>
    <dgm:cxn modelId="{D0D5F697-8617-44D0-ADDD-E1F1D09DF6DA}" type="presParOf" srcId="{5DF4D82E-8AF7-4D0A-BA7F-191B5B87EA85}" destId="{758A657B-B09D-4115-B0CE-6CD171EB6A5A}" srcOrd="0" destOrd="0" presId="urn:microsoft.com/office/officeart/2005/8/layout/hierarchy1"/>
    <dgm:cxn modelId="{A16A4FAA-96C2-4D08-8CBE-1397DCAB4C25}" type="presParOf" srcId="{5DF4D82E-8AF7-4D0A-BA7F-191B5B87EA85}" destId="{F00631FC-29B0-48EF-B296-84959AA03A51}" srcOrd="1" destOrd="0" presId="urn:microsoft.com/office/officeart/2005/8/layout/hierarchy1"/>
    <dgm:cxn modelId="{9CBB7D1B-B220-4D4F-8021-6EC1BDE3EC0A}" type="presParOf" srcId="{CC8EC9B7-AE3E-4FD3-BBD2-04125E4EDFD3}" destId="{9A5C368F-4BF0-48CA-872E-F3EACB6029C5}" srcOrd="1" destOrd="0" presId="urn:microsoft.com/office/officeart/2005/8/layout/hierarchy1"/>
    <dgm:cxn modelId="{5F1B78F0-5642-428A-BC2F-AA7CE5107485}" type="presParOf" srcId="{448105D3-233A-4F4C-B434-273CBFE23D88}" destId="{7B82D472-766F-43E0-857B-323C63F939BE}" srcOrd="2" destOrd="0" presId="urn:microsoft.com/office/officeart/2005/8/layout/hierarchy1"/>
    <dgm:cxn modelId="{6E3DC00B-D327-4819-AB2A-396AC486AE18}" type="presParOf" srcId="{448105D3-233A-4F4C-B434-273CBFE23D88}" destId="{9145DFC3-9698-445E-8F59-B343AA748C1B}" srcOrd="3" destOrd="0" presId="urn:microsoft.com/office/officeart/2005/8/layout/hierarchy1"/>
    <dgm:cxn modelId="{6BDCACC6-3ED5-4A7A-B025-2AA855EF603C}" type="presParOf" srcId="{9145DFC3-9698-445E-8F59-B343AA748C1B}" destId="{A74682BC-692A-4FD7-BA5B-52903329E2DD}" srcOrd="0" destOrd="0" presId="urn:microsoft.com/office/officeart/2005/8/layout/hierarchy1"/>
    <dgm:cxn modelId="{5B0C8DAF-F300-4B1C-8E42-BBC4252942B3}" type="presParOf" srcId="{A74682BC-692A-4FD7-BA5B-52903329E2DD}" destId="{A3DAEAF5-CCCC-41A1-A75E-D7357E839473}" srcOrd="0" destOrd="0" presId="urn:microsoft.com/office/officeart/2005/8/layout/hierarchy1"/>
    <dgm:cxn modelId="{BEABE48E-6E6D-4654-8093-3A4184579126}" type="presParOf" srcId="{A74682BC-692A-4FD7-BA5B-52903329E2DD}" destId="{F82960AF-1535-45C7-A995-F3F81E8CA3AE}" srcOrd="1" destOrd="0" presId="urn:microsoft.com/office/officeart/2005/8/layout/hierarchy1"/>
    <dgm:cxn modelId="{C83ECF4F-3D23-447D-81B9-26C1A66E9703}" type="presParOf" srcId="{9145DFC3-9698-445E-8F59-B343AA748C1B}" destId="{F7F1AF85-379F-47BF-99EB-D83A4135A5D6}" srcOrd="1" destOrd="0" presId="urn:microsoft.com/office/officeart/2005/8/layout/hierarchy1"/>
    <dgm:cxn modelId="{7A7809F2-5C1E-47D4-BF25-8B8C1F0505A3}" type="presParOf" srcId="{F7F1AF85-379F-47BF-99EB-D83A4135A5D6}" destId="{5FCEC2E9-15FE-4928-9E8E-908D11FC51E7}" srcOrd="0" destOrd="0" presId="urn:microsoft.com/office/officeart/2005/8/layout/hierarchy1"/>
    <dgm:cxn modelId="{1F54C715-83AF-4984-93E2-823B9D7614AC}" type="presParOf" srcId="{F7F1AF85-379F-47BF-99EB-D83A4135A5D6}" destId="{2A6FBFA4-DF57-4F41-B336-EFE2641B94D9}" srcOrd="1" destOrd="0" presId="urn:microsoft.com/office/officeart/2005/8/layout/hierarchy1"/>
    <dgm:cxn modelId="{D9D50659-0F15-4594-9065-99ED347618C9}" type="presParOf" srcId="{2A6FBFA4-DF57-4F41-B336-EFE2641B94D9}" destId="{718C6119-6447-4909-9050-B8BB99CEC64E}" srcOrd="0" destOrd="0" presId="urn:microsoft.com/office/officeart/2005/8/layout/hierarchy1"/>
    <dgm:cxn modelId="{45F38D06-4539-4F73-BBB7-7B4265B368A9}" type="presParOf" srcId="{718C6119-6447-4909-9050-B8BB99CEC64E}" destId="{2612CC2D-1E9C-4304-B1C8-20413C933702}" srcOrd="0" destOrd="0" presId="urn:microsoft.com/office/officeart/2005/8/layout/hierarchy1"/>
    <dgm:cxn modelId="{49C93735-86C1-4E9A-9E94-11CFE82C8158}" type="presParOf" srcId="{718C6119-6447-4909-9050-B8BB99CEC64E}" destId="{30743A06-D665-4A3C-BE28-4BD2E7ECC3F2}" srcOrd="1" destOrd="0" presId="urn:microsoft.com/office/officeart/2005/8/layout/hierarchy1"/>
    <dgm:cxn modelId="{37BB23A7-2B0F-459C-9B38-4FB388AFA224}" type="presParOf" srcId="{2A6FBFA4-DF57-4F41-B336-EFE2641B94D9}" destId="{5F3B8D83-E8BE-4347-90AB-67A1DDDCF70D}" srcOrd="1" destOrd="0" presId="urn:microsoft.com/office/officeart/2005/8/layout/hierarchy1"/>
    <dgm:cxn modelId="{51FF1992-7C45-41CC-8209-DB94A13497C3}" type="presParOf" srcId="{F7F1AF85-379F-47BF-99EB-D83A4135A5D6}" destId="{8BEC6779-54EB-42A1-8D26-3A5ADB851177}" srcOrd="2" destOrd="0" presId="urn:microsoft.com/office/officeart/2005/8/layout/hierarchy1"/>
    <dgm:cxn modelId="{D536682B-88E9-40C5-AF5C-CEB55DAD0E9D}" type="presParOf" srcId="{F7F1AF85-379F-47BF-99EB-D83A4135A5D6}" destId="{593D7D57-EBD9-4452-8287-4293D3DDCECC}" srcOrd="3" destOrd="0" presId="urn:microsoft.com/office/officeart/2005/8/layout/hierarchy1"/>
    <dgm:cxn modelId="{7645B3B9-5F5F-477D-A443-22433BFFB964}" type="presParOf" srcId="{593D7D57-EBD9-4452-8287-4293D3DDCECC}" destId="{4D080784-C132-40E2-B108-6501113C1D94}" srcOrd="0" destOrd="0" presId="urn:microsoft.com/office/officeart/2005/8/layout/hierarchy1"/>
    <dgm:cxn modelId="{10801077-1925-4591-A407-0C69F510EC3A}" type="presParOf" srcId="{4D080784-C132-40E2-B108-6501113C1D94}" destId="{6B8254C8-3169-4FE7-A8C9-5F3BB2DA1C90}" srcOrd="0" destOrd="0" presId="urn:microsoft.com/office/officeart/2005/8/layout/hierarchy1"/>
    <dgm:cxn modelId="{53FEB9CD-616D-485E-B7B6-73F14774C495}" type="presParOf" srcId="{4D080784-C132-40E2-B108-6501113C1D94}" destId="{AE577C29-FF78-4088-B3EB-E6B762C8016D}" srcOrd="1" destOrd="0" presId="urn:microsoft.com/office/officeart/2005/8/layout/hierarchy1"/>
    <dgm:cxn modelId="{EB3B800D-42F8-4667-A9BF-D8DCA4EFC8C0}" type="presParOf" srcId="{593D7D57-EBD9-4452-8287-4293D3DDCECC}" destId="{98EB006B-3EB7-46A4-9634-254D3B162CA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80FDC3F-6A09-40F1-B0EF-DB933A132C3A}" type="doc">
      <dgm:prSet loTypeId="urn:microsoft.com/office/officeart/2005/8/layout/hList6" loCatId="list" qsTypeId="urn:microsoft.com/office/officeart/2005/8/quickstyle/3d2" qsCatId="3D" csTypeId="urn:microsoft.com/office/officeart/2005/8/colors/colorful5" csCatId="colorful" phldr="1"/>
      <dgm:spPr/>
      <dgm:t>
        <a:bodyPr/>
        <a:lstStyle/>
        <a:p>
          <a:endParaRPr lang="th-TH"/>
        </a:p>
      </dgm:t>
    </dgm:pt>
    <dgm:pt modelId="{969CB367-3A59-4B25-BA7A-C2F7A5471C45}">
      <dgm:prSet phldrT="[ข้อความ]"/>
      <dgm:spPr/>
      <dgm:t>
        <a:bodyPr/>
        <a:lstStyle/>
        <a:p>
          <a:r>
            <a:rPr lang="th-TH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ในหน่วย</a:t>
          </a:r>
          <a:endParaRPr lang="th-TH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833DAD79-0B28-4C48-A2DA-43F41BBB59DE}" type="parTrans" cxnId="{3665431F-43D0-4275-AAF1-C470AC2E3CE7}">
      <dgm:prSet/>
      <dgm:spPr/>
      <dgm:t>
        <a:bodyPr/>
        <a:lstStyle/>
        <a:p>
          <a:endParaRPr lang="th-TH"/>
        </a:p>
      </dgm:t>
    </dgm:pt>
    <dgm:pt modelId="{AB9C5358-C393-4D1E-B444-43084669D803}" type="sibTrans" cxnId="{3665431F-43D0-4275-AAF1-C470AC2E3CE7}">
      <dgm:prSet/>
      <dgm:spPr/>
      <dgm:t>
        <a:bodyPr/>
        <a:lstStyle/>
        <a:p>
          <a:endParaRPr lang="th-TH"/>
        </a:p>
      </dgm:t>
    </dgm:pt>
    <dgm:pt modelId="{0DC2C915-2ECF-441F-9C1D-B3D6D0C8ED0C}">
      <dgm:prSet phldrT="[ข้อความ]"/>
      <dgm:spPr/>
      <dgm:t>
        <a:bodyPr/>
        <a:lstStyle/>
        <a:p>
          <a:r>
            <a:rPr lang="th-TH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ผู้บังคับบัญชาตามสายงาน/ผู้บังคับบัญชาระดับสูง</a:t>
          </a:r>
          <a:endParaRPr lang="th-TH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A51984CF-37D6-4C69-800E-E60B06AAEAB7}" type="parTrans" cxnId="{0A0F3559-B942-4F2A-8E5F-616A71259ED6}">
      <dgm:prSet/>
      <dgm:spPr/>
      <dgm:t>
        <a:bodyPr/>
        <a:lstStyle/>
        <a:p>
          <a:endParaRPr lang="th-TH"/>
        </a:p>
      </dgm:t>
    </dgm:pt>
    <dgm:pt modelId="{F5E6650C-D34E-4D25-AB4E-14A0AA96BA5D}" type="sibTrans" cxnId="{0A0F3559-B942-4F2A-8E5F-616A71259ED6}">
      <dgm:prSet/>
      <dgm:spPr/>
      <dgm:t>
        <a:bodyPr/>
        <a:lstStyle/>
        <a:p>
          <a:endParaRPr lang="th-TH"/>
        </a:p>
      </dgm:t>
    </dgm:pt>
    <dgm:pt modelId="{B8FDA9D7-49E5-4FC5-B3AD-5B46D91D8050}">
      <dgm:prSet phldrT="[ข้อความ]"/>
      <dgm:spPr/>
      <dgm:t>
        <a:bodyPr/>
        <a:lstStyle/>
        <a:p>
          <a:r>
            <a:rPr lang="th-TH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ประสานผู้ปฏิบัติฝ่ายที่เกี่ยวข้อง</a:t>
          </a:r>
          <a:endParaRPr lang="th-TH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B9CD96B9-500E-43ED-ADF0-8D9738C9C52F}" type="parTrans" cxnId="{6290BDD1-AFB4-40AD-92B3-BFCA746EDD20}">
      <dgm:prSet/>
      <dgm:spPr/>
      <dgm:t>
        <a:bodyPr/>
        <a:lstStyle/>
        <a:p>
          <a:endParaRPr lang="th-TH"/>
        </a:p>
      </dgm:t>
    </dgm:pt>
    <dgm:pt modelId="{6658CCF7-7673-433A-899E-40866EF196B7}" type="sibTrans" cxnId="{6290BDD1-AFB4-40AD-92B3-BFCA746EDD20}">
      <dgm:prSet/>
      <dgm:spPr/>
      <dgm:t>
        <a:bodyPr/>
        <a:lstStyle/>
        <a:p>
          <a:endParaRPr lang="th-TH"/>
        </a:p>
      </dgm:t>
    </dgm:pt>
    <dgm:pt modelId="{1E025326-2A8A-4A5B-9F4F-1935B6EEDCE6}">
      <dgm:prSet phldrT="[ข้อความ]"/>
      <dgm:spPr/>
      <dgm:t>
        <a:bodyPr/>
        <a:lstStyle/>
        <a:p>
          <a:r>
            <a:rPr lang="th-TH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หน่วยข้างเคียง</a:t>
          </a:r>
          <a:endParaRPr lang="th-TH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C1CD922E-78B8-4932-B7B3-43AC942D8963}" type="parTrans" cxnId="{35DF3FCE-5DD6-4466-A8F9-E1A48BF019F6}">
      <dgm:prSet/>
      <dgm:spPr/>
      <dgm:t>
        <a:bodyPr/>
        <a:lstStyle/>
        <a:p>
          <a:endParaRPr lang="th-TH"/>
        </a:p>
      </dgm:t>
    </dgm:pt>
    <dgm:pt modelId="{E0D5E3EF-B817-4629-92AB-3F3E1D167F71}" type="sibTrans" cxnId="{35DF3FCE-5DD6-4466-A8F9-E1A48BF019F6}">
      <dgm:prSet/>
      <dgm:spPr/>
      <dgm:t>
        <a:bodyPr/>
        <a:lstStyle/>
        <a:p>
          <a:endParaRPr lang="th-TH"/>
        </a:p>
      </dgm:t>
    </dgm:pt>
    <dgm:pt modelId="{B5A3B6DF-6ECC-4362-A0B2-E063F3BE6EB5}">
      <dgm:prSet phldrT="[ข้อความ]"/>
      <dgm:spPr/>
      <dgm:t>
        <a:bodyPr/>
        <a:lstStyle/>
        <a:p>
          <a:r>
            <a:rPr lang="th-TH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แพทย์นิติเวช</a:t>
          </a:r>
          <a:endParaRPr lang="th-TH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8B1973B4-2BA8-454B-9740-CE73436DBB93}" type="parTrans" cxnId="{38D50CE1-68AA-4A91-9B78-22CC0AE0A792}">
      <dgm:prSet/>
      <dgm:spPr/>
      <dgm:t>
        <a:bodyPr/>
        <a:lstStyle/>
        <a:p>
          <a:endParaRPr lang="th-TH"/>
        </a:p>
      </dgm:t>
    </dgm:pt>
    <dgm:pt modelId="{6761D5A4-3E1A-4D70-B45E-92B57FC658C5}" type="sibTrans" cxnId="{38D50CE1-68AA-4A91-9B78-22CC0AE0A792}">
      <dgm:prSet/>
      <dgm:spPr/>
      <dgm:t>
        <a:bodyPr/>
        <a:lstStyle/>
        <a:p>
          <a:endParaRPr lang="th-TH"/>
        </a:p>
      </dgm:t>
    </dgm:pt>
    <dgm:pt modelId="{CF9E0A9D-8C52-4F79-9B9E-89723DBE0409}">
      <dgm:prSet phldrT="[ข้อความ]"/>
      <dgm:spPr/>
      <dgm:t>
        <a:bodyPr/>
        <a:lstStyle/>
        <a:p>
          <a:r>
            <a:rPr lang="th-TH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กองพิสูจน์หลักฐาน</a:t>
          </a:r>
          <a:endParaRPr lang="th-TH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8C4A667A-E5AE-4997-9ACB-E97DC155F768}" type="parTrans" cxnId="{45BAA7A2-91B1-4D0B-832D-59121A1F102C}">
      <dgm:prSet/>
      <dgm:spPr/>
      <dgm:t>
        <a:bodyPr/>
        <a:lstStyle/>
        <a:p>
          <a:endParaRPr lang="th-TH"/>
        </a:p>
      </dgm:t>
    </dgm:pt>
    <dgm:pt modelId="{9A7D32C1-AAAB-40B7-9A5B-CB70A710EE0E}" type="sibTrans" cxnId="{45BAA7A2-91B1-4D0B-832D-59121A1F102C}">
      <dgm:prSet/>
      <dgm:spPr/>
      <dgm:t>
        <a:bodyPr/>
        <a:lstStyle/>
        <a:p>
          <a:endParaRPr lang="th-TH"/>
        </a:p>
      </dgm:t>
    </dgm:pt>
    <dgm:pt modelId="{EE22848B-E68D-4181-A668-228C78C1F652}">
      <dgm:prSet phldrT="[ข้อความ]"/>
      <dgm:spPr/>
      <dgm:t>
        <a:bodyPr/>
        <a:lstStyle/>
        <a:p>
          <a:r>
            <a:rPr lang="th-TH" b="1" dirty="0" err="1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พลเรือน</a:t>
          </a:r>
          <a:endParaRPr lang="th-TH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E3D2D6CF-BFFB-4EEA-BC62-A8F575E721B1}" type="parTrans" cxnId="{2837FDBE-8930-4B62-8E0F-FB21DADAAE5A}">
      <dgm:prSet/>
      <dgm:spPr/>
      <dgm:t>
        <a:bodyPr/>
        <a:lstStyle/>
        <a:p>
          <a:endParaRPr lang="th-TH"/>
        </a:p>
      </dgm:t>
    </dgm:pt>
    <dgm:pt modelId="{9F3F948E-BD4B-453C-BBDE-3381914752E3}" type="sibTrans" cxnId="{2837FDBE-8930-4B62-8E0F-FB21DADAAE5A}">
      <dgm:prSet/>
      <dgm:spPr/>
      <dgm:t>
        <a:bodyPr/>
        <a:lstStyle/>
        <a:p>
          <a:endParaRPr lang="th-TH"/>
        </a:p>
      </dgm:t>
    </dgm:pt>
    <dgm:pt modelId="{D25BA9BE-5CD2-4B90-991A-A6D51797DB2B}">
      <dgm:prSet phldrT="[ข้อความ]"/>
      <dgm:spPr/>
      <dgm:t>
        <a:bodyPr/>
        <a:lstStyle/>
        <a:p>
          <a:r>
            <a:rPr lang="th-TH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กู้ภัย</a:t>
          </a:r>
          <a:endParaRPr lang="th-TH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AF0F91D0-EC02-4E03-8594-AA7B63FC59E0}" type="parTrans" cxnId="{1C080C50-55A3-451F-B6D8-CCF6B97936C8}">
      <dgm:prSet/>
      <dgm:spPr/>
      <dgm:t>
        <a:bodyPr/>
        <a:lstStyle/>
        <a:p>
          <a:endParaRPr lang="th-TH"/>
        </a:p>
      </dgm:t>
    </dgm:pt>
    <dgm:pt modelId="{D3322FB8-83EE-4AE9-A795-83B3F0322AFA}" type="sibTrans" cxnId="{1C080C50-55A3-451F-B6D8-CCF6B97936C8}">
      <dgm:prSet/>
      <dgm:spPr/>
      <dgm:t>
        <a:bodyPr/>
        <a:lstStyle/>
        <a:p>
          <a:endParaRPr lang="th-TH"/>
        </a:p>
      </dgm:t>
    </dgm:pt>
    <dgm:pt modelId="{2AB3407E-8FD8-4097-B252-E2303C52BFA4}">
      <dgm:prSet phldrT="[ข้อความ]"/>
      <dgm:spPr/>
      <dgm:t>
        <a:bodyPr/>
        <a:lstStyle/>
        <a:p>
          <a:r>
            <a:rPr lang="th-TH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สื่อมวลชน</a:t>
          </a:r>
          <a:endParaRPr lang="th-TH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7C4ECB9E-5F59-4666-BAC2-742EA4AD1290}" type="parTrans" cxnId="{A74D78D8-4B24-48DC-820B-87DFD0CD61C2}">
      <dgm:prSet/>
      <dgm:spPr/>
      <dgm:t>
        <a:bodyPr/>
        <a:lstStyle/>
        <a:p>
          <a:endParaRPr lang="th-TH"/>
        </a:p>
      </dgm:t>
    </dgm:pt>
    <dgm:pt modelId="{73AA8CD6-95C3-40F1-83C1-49BB37146E00}" type="sibTrans" cxnId="{A74D78D8-4B24-48DC-820B-87DFD0CD61C2}">
      <dgm:prSet/>
      <dgm:spPr/>
      <dgm:t>
        <a:bodyPr/>
        <a:lstStyle/>
        <a:p>
          <a:endParaRPr lang="th-TH"/>
        </a:p>
      </dgm:t>
    </dgm:pt>
    <dgm:pt modelId="{60D1E461-D4CA-4ACA-AE0C-6B3DFD32F6DC}">
      <dgm:prSet phldrT="[ข้อความ]"/>
      <dgm:spPr/>
      <dgm:t>
        <a:bodyPr/>
        <a:lstStyle/>
        <a:p>
          <a:r>
            <a:rPr lang="en-US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EOD , K-9</a:t>
          </a:r>
          <a:endParaRPr lang="th-TH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7C691E37-D568-4CDA-9D53-ECDE13D1B63F}" type="parTrans" cxnId="{308F47F0-7C62-43A5-9774-0FFE9D1A3D85}">
      <dgm:prSet/>
      <dgm:spPr/>
      <dgm:t>
        <a:bodyPr/>
        <a:lstStyle/>
        <a:p>
          <a:endParaRPr lang="th-TH"/>
        </a:p>
      </dgm:t>
    </dgm:pt>
    <dgm:pt modelId="{DB423F39-1E14-4DB1-A1D3-DE241150412A}" type="sibTrans" cxnId="{308F47F0-7C62-43A5-9774-0FFE9D1A3D85}">
      <dgm:prSet/>
      <dgm:spPr/>
      <dgm:t>
        <a:bodyPr/>
        <a:lstStyle/>
        <a:p>
          <a:endParaRPr lang="th-TH"/>
        </a:p>
      </dgm:t>
    </dgm:pt>
    <dgm:pt modelId="{35E8AF22-D828-4E29-A939-3D17F56E6A81}">
      <dgm:prSet phldrT="[ข้อความ]"/>
      <dgm:spPr/>
      <dgm:t>
        <a:bodyPr/>
        <a:lstStyle/>
        <a:p>
          <a:r>
            <a:rPr lang="th-TH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หน่วยสนับสนุนอื่น</a:t>
          </a:r>
          <a:endParaRPr lang="th-TH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B42DDFF4-0722-41D2-B2B6-1C74D1A92551}" type="parTrans" cxnId="{B466B119-81CA-453E-AFA7-0F59C86F3BE8}">
      <dgm:prSet/>
      <dgm:spPr/>
      <dgm:t>
        <a:bodyPr/>
        <a:lstStyle/>
        <a:p>
          <a:endParaRPr lang="th-TH"/>
        </a:p>
      </dgm:t>
    </dgm:pt>
    <dgm:pt modelId="{901111C7-E9A3-4A2C-A465-1239811FB51F}" type="sibTrans" cxnId="{B466B119-81CA-453E-AFA7-0F59C86F3BE8}">
      <dgm:prSet/>
      <dgm:spPr/>
      <dgm:t>
        <a:bodyPr/>
        <a:lstStyle/>
        <a:p>
          <a:endParaRPr lang="th-TH"/>
        </a:p>
      </dgm:t>
    </dgm:pt>
    <dgm:pt modelId="{915FB9B8-A70A-48E0-9957-7997F2E03E01}" type="pres">
      <dgm:prSet presAssocID="{A80FDC3F-6A09-40F1-B0EF-DB933A132C3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th-TH"/>
        </a:p>
      </dgm:t>
    </dgm:pt>
    <dgm:pt modelId="{B8C02BCD-5AF9-4628-94EF-541407072716}" type="pres">
      <dgm:prSet presAssocID="{969CB367-3A59-4B25-BA7A-C2F7A5471C45}" presName="node" presStyleLbl="node1" presStyleIdx="0" presStyleCnt="3" custLinFactNeighborX="-54686" custLinFactNeighborY="1794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A37D6E5D-7C7C-4CBB-A032-7D1B52960A1D}" type="pres">
      <dgm:prSet presAssocID="{AB9C5358-C393-4D1E-B444-43084669D803}" presName="sibTrans" presStyleCnt="0"/>
      <dgm:spPr/>
    </dgm:pt>
    <dgm:pt modelId="{0B55D41A-C81E-44AF-923E-CA60B9FE136A}" type="pres">
      <dgm:prSet presAssocID="{1E025326-2A8A-4A5B-9F4F-1935B6EEDCE6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9738778C-BDBE-4C01-BE75-2144CA3877EE}" type="pres">
      <dgm:prSet presAssocID="{E0D5E3EF-B817-4629-92AB-3F3E1D167F71}" presName="sibTrans" presStyleCnt="0"/>
      <dgm:spPr/>
    </dgm:pt>
    <dgm:pt modelId="{8F722290-2854-421E-A84B-BB06A7E51A7B}" type="pres">
      <dgm:prSet presAssocID="{EE22848B-E68D-4181-A668-228C78C1F652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</dgm:ptLst>
  <dgm:cxnLst>
    <dgm:cxn modelId="{3FB3E31D-BDDC-40D9-A6FA-A8FAF4ABE102}" type="presOf" srcId="{0DC2C915-2ECF-441F-9C1D-B3D6D0C8ED0C}" destId="{B8C02BCD-5AF9-4628-94EF-541407072716}" srcOrd="0" destOrd="1" presId="urn:microsoft.com/office/officeart/2005/8/layout/hList6"/>
    <dgm:cxn modelId="{CDA5DC2F-DD5F-4C5B-93D1-34E213D8C5EE}" type="presOf" srcId="{35E8AF22-D828-4E29-A939-3D17F56E6A81}" destId="{0B55D41A-C81E-44AF-923E-CA60B9FE136A}" srcOrd="0" destOrd="4" presId="urn:microsoft.com/office/officeart/2005/8/layout/hList6"/>
    <dgm:cxn modelId="{38D50CE1-68AA-4A91-9B78-22CC0AE0A792}" srcId="{1E025326-2A8A-4A5B-9F4F-1935B6EEDCE6}" destId="{B5A3B6DF-6ECC-4362-A0B2-E063F3BE6EB5}" srcOrd="0" destOrd="0" parTransId="{8B1973B4-2BA8-454B-9740-CE73436DBB93}" sibTransId="{6761D5A4-3E1A-4D70-B45E-92B57FC658C5}"/>
    <dgm:cxn modelId="{0A0F3559-B942-4F2A-8E5F-616A71259ED6}" srcId="{969CB367-3A59-4B25-BA7A-C2F7A5471C45}" destId="{0DC2C915-2ECF-441F-9C1D-B3D6D0C8ED0C}" srcOrd="0" destOrd="0" parTransId="{A51984CF-37D6-4C69-800E-E60B06AAEAB7}" sibTransId="{F5E6650C-D34E-4D25-AB4E-14A0AA96BA5D}"/>
    <dgm:cxn modelId="{557B2867-286D-4DAE-8C9D-BD30A9E858F3}" type="presOf" srcId="{B8FDA9D7-49E5-4FC5-B3AD-5B46D91D8050}" destId="{B8C02BCD-5AF9-4628-94EF-541407072716}" srcOrd="0" destOrd="2" presId="urn:microsoft.com/office/officeart/2005/8/layout/hList6"/>
    <dgm:cxn modelId="{6290BDD1-AFB4-40AD-92B3-BFCA746EDD20}" srcId="{969CB367-3A59-4B25-BA7A-C2F7A5471C45}" destId="{B8FDA9D7-49E5-4FC5-B3AD-5B46D91D8050}" srcOrd="1" destOrd="0" parTransId="{B9CD96B9-500E-43ED-ADF0-8D9738C9C52F}" sibTransId="{6658CCF7-7673-433A-899E-40866EF196B7}"/>
    <dgm:cxn modelId="{1ABF9001-DC9C-443F-ACF2-D252C75ADEBE}" type="presOf" srcId="{2AB3407E-8FD8-4097-B252-E2303C52BFA4}" destId="{8F722290-2854-421E-A84B-BB06A7E51A7B}" srcOrd="0" destOrd="2" presId="urn:microsoft.com/office/officeart/2005/8/layout/hList6"/>
    <dgm:cxn modelId="{2837FDBE-8930-4B62-8E0F-FB21DADAAE5A}" srcId="{A80FDC3F-6A09-40F1-B0EF-DB933A132C3A}" destId="{EE22848B-E68D-4181-A668-228C78C1F652}" srcOrd="2" destOrd="0" parTransId="{E3D2D6CF-BFFB-4EEA-BC62-A8F575E721B1}" sibTransId="{9F3F948E-BD4B-453C-BBDE-3381914752E3}"/>
    <dgm:cxn modelId="{BD4B1F80-A0CC-4DE8-93E8-EB8F3095E60E}" type="presOf" srcId="{D25BA9BE-5CD2-4B90-991A-A6D51797DB2B}" destId="{8F722290-2854-421E-A84B-BB06A7E51A7B}" srcOrd="0" destOrd="1" presId="urn:microsoft.com/office/officeart/2005/8/layout/hList6"/>
    <dgm:cxn modelId="{B466B119-81CA-453E-AFA7-0F59C86F3BE8}" srcId="{1E025326-2A8A-4A5B-9F4F-1935B6EEDCE6}" destId="{35E8AF22-D828-4E29-A939-3D17F56E6A81}" srcOrd="3" destOrd="0" parTransId="{B42DDFF4-0722-41D2-B2B6-1C74D1A92551}" sibTransId="{901111C7-E9A3-4A2C-A465-1239811FB51F}"/>
    <dgm:cxn modelId="{3D2FA6B0-4153-4157-82B1-E3583C68E5FB}" type="presOf" srcId="{1E025326-2A8A-4A5B-9F4F-1935B6EEDCE6}" destId="{0B55D41A-C81E-44AF-923E-CA60B9FE136A}" srcOrd="0" destOrd="0" presId="urn:microsoft.com/office/officeart/2005/8/layout/hList6"/>
    <dgm:cxn modelId="{420D49A6-DC93-4F2B-BB5D-5D9924FD30BD}" type="presOf" srcId="{B5A3B6DF-6ECC-4362-A0B2-E063F3BE6EB5}" destId="{0B55D41A-C81E-44AF-923E-CA60B9FE136A}" srcOrd="0" destOrd="1" presId="urn:microsoft.com/office/officeart/2005/8/layout/hList6"/>
    <dgm:cxn modelId="{45BAA7A2-91B1-4D0B-832D-59121A1F102C}" srcId="{1E025326-2A8A-4A5B-9F4F-1935B6EEDCE6}" destId="{CF9E0A9D-8C52-4F79-9B9E-89723DBE0409}" srcOrd="1" destOrd="0" parTransId="{8C4A667A-E5AE-4997-9ACB-E97DC155F768}" sibTransId="{9A7D32C1-AAAB-40B7-9A5B-CB70A710EE0E}"/>
    <dgm:cxn modelId="{F8386D97-9CA4-4B84-B474-20EDDE59DE55}" type="presOf" srcId="{60D1E461-D4CA-4ACA-AE0C-6B3DFD32F6DC}" destId="{0B55D41A-C81E-44AF-923E-CA60B9FE136A}" srcOrd="0" destOrd="3" presId="urn:microsoft.com/office/officeart/2005/8/layout/hList6"/>
    <dgm:cxn modelId="{A74D78D8-4B24-48DC-820B-87DFD0CD61C2}" srcId="{EE22848B-E68D-4181-A668-228C78C1F652}" destId="{2AB3407E-8FD8-4097-B252-E2303C52BFA4}" srcOrd="1" destOrd="0" parTransId="{7C4ECB9E-5F59-4666-BAC2-742EA4AD1290}" sibTransId="{73AA8CD6-95C3-40F1-83C1-49BB37146E00}"/>
    <dgm:cxn modelId="{1A022A09-F305-4550-BB12-5981241EBD5A}" type="presOf" srcId="{969CB367-3A59-4B25-BA7A-C2F7A5471C45}" destId="{B8C02BCD-5AF9-4628-94EF-541407072716}" srcOrd="0" destOrd="0" presId="urn:microsoft.com/office/officeart/2005/8/layout/hList6"/>
    <dgm:cxn modelId="{308F47F0-7C62-43A5-9774-0FFE9D1A3D85}" srcId="{1E025326-2A8A-4A5B-9F4F-1935B6EEDCE6}" destId="{60D1E461-D4CA-4ACA-AE0C-6B3DFD32F6DC}" srcOrd="2" destOrd="0" parTransId="{7C691E37-D568-4CDA-9D53-ECDE13D1B63F}" sibTransId="{DB423F39-1E14-4DB1-A1D3-DE241150412A}"/>
    <dgm:cxn modelId="{35DF3FCE-5DD6-4466-A8F9-E1A48BF019F6}" srcId="{A80FDC3F-6A09-40F1-B0EF-DB933A132C3A}" destId="{1E025326-2A8A-4A5B-9F4F-1935B6EEDCE6}" srcOrd="1" destOrd="0" parTransId="{C1CD922E-78B8-4932-B7B3-43AC942D8963}" sibTransId="{E0D5E3EF-B817-4629-92AB-3F3E1D167F71}"/>
    <dgm:cxn modelId="{1C080C50-55A3-451F-B6D8-CCF6B97936C8}" srcId="{EE22848B-E68D-4181-A668-228C78C1F652}" destId="{D25BA9BE-5CD2-4B90-991A-A6D51797DB2B}" srcOrd="0" destOrd="0" parTransId="{AF0F91D0-EC02-4E03-8594-AA7B63FC59E0}" sibTransId="{D3322FB8-83EE-4AE9-A795-83B3F0322AFA}"/>
    <dgm:cxn modelId="{95AA0F69-EA3B-49A3-9C10-86DE42E7F876}" type="presOf" srcId="{EE22848B-E68D-4181-A668-228C78C1F652}" destId="{8F722290-2854-421E-A84B-BB06A7E51A7B}" srcOrd="0" destOrd="0" presId="urn:microsoft.com/office/officeart/2005/8/layout/hList6"/>
    <dgm:cxn modelId="{1F497206-79DF-4FA4-B05D-E351BFF3B995}" type="presOf" srcId="{A80FDC3F-6A09-40F1-B0EF-DB933A132C3A}" destId="{915FB9B8-A70A-48E0-9957-7997F2E03E01}" srcOrd="0" destOrd="0" presId="urn:microsoft.com/office/officeart/2005/8/layout/hList6"/>
    <dgm:cxn modelId="{F866021D-D8D7-466C-8967-697E58C6AE11}" type="presOf" srcId="{CF9E0A9D-8C52-4F79-9B9E-89723DBE0409}" destId="{0B55D41A-C81E-44AF-923E-CA60B9FE136A}" srcOrd="0" destOrd="2" presId="urn:microsoft.com/office/officeart/2005/8/layout/hList6"/>
    <dgm:cxn modelId="{3665431F-43D0-4275-AAF1-C470AC2E3CE7}" srcId="{A80FDC3F-6A09-40F1-B0EF-DB933A132C3A}" destId="{969CB367-3A59-4B25-BA7A-C2F7A5471C45}" srcOrd="0" destOrd="0" parTransId="{833DAD79-0B28-4C48-A2DA-43F41BBB59DE}" sibTransId="{AB9C5358-C393-4D1E-B444-43084669D803}"/>
    <dgm:cxn modelId="{E83541BB-090C-46CB-94DD-32D022AB7CEF}" type="presParOf" srcId="{915FB9B8-A70A-48E0-9957-7997F2E03E01}" destId="{B8C02BCD-5AF9-4628-94EF-541407072716}" srcOrd="0" destOrd="0" presId="urn:microsoft.com/office/officeart/2005/8/layout/hList6"/>
    <dgm:cxn modelId="{A54104A3-196A-4B59-842B-F2A429419804}" type="presParOf" srcId="{915FB9B8-A70A-48E0-9957-7997F2E03E01}" destId="{A37D6E5D-7C7C-4CBB-A032-7D1B52960A1D}" srcOrd="1" destOrd="0" presId="urn:microsoft.com/office/officeart/2005/8/layout/hList6"/>
    <dgm:cxn modelId="{B4400EE5-6925-40E6-9D59-297B2B78DCB1}" type="presParOf" srcId="{915FB9B8-A70A-48E0-9957-7997F2E03E01}" destId="{0B55D41A-C81E-44AF-923E-CA60B9FE136A}" srcOrd="2" destOrd="0" presId="urn:microsoft.com/office/officeart/2005/8/layout/hList6"/>
    <dgm:cxn modelId="{9D3C1C8D-83C8-4AA2-8278-D701559027D8}" type="presParOf" srcId="{915FB9B8-A70A-48E0-9957-7997F2E03E01}" destId="{9738778C-BDBE-4C01-BE75-2144CA3877EE}" srcOrd="3" destOrd="0" presId="urn:microsoft.com/office/officeart/2005/8/layout/hList6"/>
    <dgm:cxn modelId="{EDD9E693-7AE2-4E43-91E3-41CDD665AE48}" type="presParOf" srcId="{915FB9B8-A70A-48E0-9957-7997F2E03E01}" destId="{8F722290-2854-421E-A84B-BB06A7E51A7B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2D03332-7AB8-4774-B8AE-92F1293C01B5}" type="doc">
      <dgm:prSet loTypeId="urn:microsoft.com/office/officeart/2005/8/layout/process4" loCatId="process" qsTypeId="urn:microsoft.com/office/officeart/2005/8/quickstyle/3d2" qsCatId="3D" csTypeId="urn:microsoft.com/office/officeart/2005/8/colors/colorful2" csCatId="colorful" phldr="1"/>
      <dgm:spPr/>
      <dgm:t>
        <a:bodyPr/>
        <a:lstStyle/>
        <a:p>
          <a:endParaRPr lang="th-TH"/>
        </a:p>
      </dgm:t>
    </dgm:pt>
    <dgm:pt modelId="{F60188A4-3AB7-4D1D-9E0A-E7526A81BA6B}">
      <dgm:prSet phldrT="[ข้อความ]" custT="1"/>
      <dgm:spPr/>
      <dgm:t>
        <a:bodyPr/>
        <a:lstStyle/>
        <a:p>
          <a:r>
            <a:rPr lang="th-TH" sz="3200" b="1" dirty="0" smtClean="0">
              <a:latin typeface="TH SarabunPSK" pitchFamily="34" charset="-34"/>
              <a:cs typeface="TH SarabunPSK" pitchFamily="34" charset="-34"/>
            </a:rPr>
            <a:t>เดินทางไปสถานที่เกิดเหตุโดยเร็ว</a:t>
          </a:r>
          <a:endParaRPr lang="th-TH" sz="3200" b="1" dirty="0">
            <a:latin typeface="TH SarabunPSK" pitchFamily="34" charset="-34"/>
            <a:cs typeface="TH SarabunPSK" pitchFamily="34" charset="-34"/>
          </a:endParaRPr>
        </a:p>
      </dgm:t>
    </dgm:pt>
    <dgm:pt modelId="{BEED8160-2C2B-4970-9B31-31C50BBF95D8}" type="parTrans" cxnId="{F09E2047-1AD1-4752-B6DD-E454BFD87CC2}">
      <dgm:prSet/>
      <dgm:spPr/>
      <dgm:t>
        <a:bodyPr/>
        <a:lstStyle/>
        <a:p>
          <a:endParaRPr lang="th-TH"/>
        </a:p>
      </dgm:t>
    </dgm:pt>
    <dgm:pt modelId="{3740DA8C-0BF6-4AB0-9637-10BEFE7C1DA8}" type="sibTrans" cxnId="{F09E2047-1AD1-4752-B6DD-E454BFD87CC2}">
      <dgm:prSet/>
      <dgm:spPr/>
      <dgm:t>
        <a:bodyPr/>
        <a:lstStyle/>
        <a:p>
          <a:endParaRPr lang="th-TH"/>
        </a:p>
      </dgm:t>
    </dgm:pt>
    <dgm:pt modelId="{EBA9EC38-D02E-4151-AAF7-3204CD4A853E}">
      <dgm:prSet phldrT="[ข้อความ]"/>
      <dgm:spPr/>
      <dgm:t>
        <a:bodyPr/>
        <a:lstStyle/>
        <a:p>
          <a:r>
            <a:rPr lang="th-TH" b="1" dirty="0" smtClean="0">
              <a:latin typeface="TH SarabunPSK" pitchFamily="34" charset="-34"/>
              <a:cs typeface="TH SarabunPSK" pitchFamily="34" charset="-34"/>
            </a:rPr>
            <a:t>เตรียมความพร้อมก่อนเดินทาง อุปกรณ์/ เส้นทาง /ยานพาหนะ</a:t>
          </a:r>
          <a:endParaRPr lang="th-TH" b="1" dirty="0">
            <a:latin typeface="TH SarabunPSK" pitchFamily="34" charset="-34"/>
            <a:cs typeface="TH SarabunPSK" pitchFamily="34" charset="-34"/>
          </a:endParaRPr>
        </a:p>
      </dgm:t>
    </dgm:pt>
    <dgm:pt modelId="{738963EB-0D56-4EE1-B329-10C8910EC1E4}" type="parTrans" cxnId="{E1B95BA5-98B8-49AD-A059-D3424043318F}">
      <dgm:prSet/>
      <dgm:spPr/>
      <dgm:t>
        <a:bodyPr/>
        <a:lstStyle/>
        <a:p>
          <a:endParaRPr lang="th-TH"/>
        </a:p>
      </dgm:t>
    </dgm:pt>
    <dgm:pt modelId="{AFA5CEA2-CB13-436D-81BF-D1F7FEA864DD}" type="sibTrans" cxnId="{E1B95BA5-98B8-49AD-A059-D3424043318F}">
      <dgm:prSet/>
      <dgm:spPr/>
      <dgm:t>
        <a:bodyPr/>
        <a:lstStyle/>
        <a:p>
          <a:endParaRPr lang="th-TH"/>
        </a:p>
      </dgm:t>
    </dgm:pt>
    <dgm:pt modelId="{E26578D4-CEA8-4E23-946C-0BA68736511E}">
      <dgm:prSet phldrT="[ข้อความ]" custT="1"/>
      <dgm:spPr/>
      <dgm:t>
        <a:bodyPr/>
        <a:lstStyle/>
        <a:p>
          <a:r>
            <a:rPr lang="th-TH" sz="2800" b="1" dirty="0" smtClean="0">
              <a:latin typeface="TH SarabunPSK" pitchFamily="34" charset="-34"/>
              <a:cs typeface="TH SarabunPSK" pitchFamily="34" charset="-34"/>
            </a:rPr>
            <a:t>รักษาสถานที่เกิดเหตุ</a:t>
          </a:r>
          <a:endParaRPr lang="th-TH" sz="2800" b="1" dirty="0">
            <a:latin typeface="TH SarabunPSK" pitchFamily="34" charset="-34"/>
            <a:cs typeface="TH SarabunPSK" pitchFamily="34" charset="-34"/>
          </a:endParaRPr>
        </a:p>
      </dgm:t>
    </dgm:pt>
    <dgm:pt modelId="{DF3D8673-2491-477D-B949-841F20DDFC22}" type="parTrans" cxnId="{4C6BAB07-11A1-47F2-A032-DE45458667EB}">
      <dgm:prSet/>
      <dgm:spPr/>
      <dgm:t>
        <a:bodyPr/>
        <a:lstStyle/>
        <a:p>
          <a:endParaRPr lang="th-TH"/>
        </a:p>
      </dgm:t>
    </dgm:pt>
    <dgm:pt modelId="{BF5BB6EC-C794-416E-968A-8C6E4FB84705}" type="sibTrans" cxnId="{4C6BAB07-11A1-47F2-A032-DE45458667EB}">
      <dgm:prSet/>
      <dgm:spPr/>
      <dgm:t>
        <a:bodyPr/>
        <a:lstStyle/>
        <a:p>
          <a:endParaRPr lang="th-TH"/>
        </a:p>
      </dgm:t>
    </dgm:pt>
    <dgm:pt modelId="{E74B8FAA-11AA-4C12-991D-90483F2E430D}">
      <dgm:prSet phldrT="[ข้อความ]"/>
      <dgm:spPr/>
      <dgm:t>
        <a:bodyPr/>
        <a:lstStyle/>
        <a:p>
          <a:r>
            <a:rPr lang="th-TH" b="1" dirty="0" smtClean="0">
              <a:latin typeface="TH SarabunPSK" pitchFamily="34" charset="-34"/>
              <a:cs typeface="TH SarabunPSK" pitchFamily="34" charset="-34"/>
            </a:rPr>
            <a:t>อำนวยความสะดวกเส้นทาง/สถานที่เกิดเหตุ</a:t>
          </a:r>
          <a:endParaRPr lang="th-TH" b="1" dirty="0">
            <a:latin typeface="TH SarabunPSK" pitchFamily="34" charset="-34"/>
            <a:cs typeface="TH SarabunPSK" pitchFamily="34" charset="-34"/>
          </a:endParaRPr>
        </a:p>
      </dgm:t>
    </dgm:pt>
    <dgm:pt modelId="{0C1A7FB6-9F05-423F-8941-B61D78486C78}" type="parTrans" cxnId="{5CE3182C-A075-46C4-BDEC-BEAB8E4342CF}">
      <dgm:prSet/>
      <dgm:spPr/>
      <dgm:t>
        <a:bodyPr/>
        <a:lstStyle/>
        <a:p>
          <a:endParaRPr lang="th-TH"/>
        </a:p>
      </dgm:t>
    </dgm:pt>
    <dgm:pt modelId="{44BA2377-C445-456B-BCD9-318BB12E3997}" type="sibTrans" cxnId="{5CE3182C-A075-46C4-BDEC-BEAB8E4342CF}">
      <dgm:prSet/>
      <dgm:spPr/>
      <dgm:t>
        <a:bodyPr/>
        <a:lstStyle/>
        <a:p>
          <a:endParaRPr lang="th-TH"/>
        </a:p>
      </dgm:t>
    </dgm:pt>
    <dgm:pt modelId="{91355F21-DA54-4DFC-BC1C-44FF8D137152}">
      <dgm:prSet phldrT="[ข้อความ]"/>
      <dgm:spPr/>
      <dgm:t>
        <a:bodyPr/>
        <a:lstStyle/>
        <a:p>
          <a:r>
            <a:rPr lang="th-TH" b="1" dirty="0" smtClean="0">
              <a:latin typeface="TH SarabunPSK" pitchFamily="34" charset="-34"/>
              <a:cs typeface="TH SarabunPSK" pitchFamily="34" charset="-34"/>
            </a:rPr>
            <a:t>ตรวจสถานที่เกิดเหตุ</a:t>
          </a:r>
          <a:endParaRPr lang="th-TH" b="1" dirty="0">
            <a:latin typeface="TH SarabunPSK" pitchFamily="34" charset="-34"/>
            <a:cs typeface="TH SarabunPSK" pitchFamily="34" charset="-34"/>
          </a:endParaRPr>
        </a:p>
      </dgm:t>
    </dgm:pt>
    <dgm:pt modelId="{1676FD9D-CF6A-4672-BCC4-5BA8EB56DD12}" type="parTrans" cxnId="{AE819D96-7397-4CA9-A6EA-9478D427B65C}">
      <dgm:prSet/>
      <dgm:spPr/>
      <dgm:t>
        <a:bodyPr/>
        <a:lstStyle/>
        <a:p>
          <a:endParaRPr lang="th-TH"/>
        </a:p>
      </dgm:t>
    </dgm:pt>
    <dgm:pt modelId="{5FBC13D8-2E73-42E2-8726-BBB5126CCDEE}" type="sibTrans" cxnId="{AE819D96-7397-4CA9-A6EA-9478D427B65C}">
      <dgm:prSet/>
      <dgm:spPr/>
      <dgm:t>
        <a:bodyPr/>
        <a:lstStyle/>
        <a:p>
          <a:endParaRPr lang="th-TH"/>
        </a:p>
      </dgm:t>
    </dgm:pt>
    <dgm:pt modelId="{C69EFCC6-07D8-44A8-B55A-EACB497C2181}">
      <dgm:prSet phldrT="[ข้อความ]"/>
      <dgm:spPr/>
      <dgm:t>
        <a:bodyPr/>
        <a:lstStyle/>
        <a:p>
          <a:r>
            <a:rPr lang="th-TH" b="1" dirty="0" smtClean="0">
              <a:latin typeface="TH SarabunPSK" pitchFamily="34" charset="-34"/>
              <a:cs typeface="TH SarabunPSK" pitchFamily="34" charset="-34"/>
            </a:rPr>
            <a:t>กันผู้ที่ไม่เกี่ยวข้อง/ลดการปนเปื้อนพยานหลักฐาน</a:t>
          </a:r>
          <a:endParaRPr lang="th-TH" b="1" dirty="0">
            <a:latin typeface="TH SarabunPSK" pitchFamily="34" charset="-34"/>
            <a:cs typeface="TH SarabunPSK" pitchFamily="34" charset="-34"/>
          </a:endParaRPr>
        </a:p>
      </dgm:t>
    </dgm:pt>
    <dgm:pt modelId="{3F47AAE5-8DA7-4C91-A5D1-4B04216F94E4}" type="parTrans" cxnId="{2EABB905-EE52-47C1-A82C-8D8D5BDD43F3}">
      <dgm:prSet/>
      <dgm:spPr/>
      <dgm:t>
        <a:bodyPr/>
        <a:lstStyle/>
        <a:p>
          <a:endParaRPr lang="th-TH"/>
        </a:p>
      </dgm:t>
    </dgm:pt>
    <dgm:pt modelId="{2A28F1B1-3F09-4B7B-98E4-9A08629CEBD8}" type="sibTrans" cxnId="{2EABB905-EE52-47C1-A82C-8D8D5BDD43F3}">
      <dgm:prSet/>
      <dgm:spPr/>
      <dgm:t>
        <a:bodyPr/>
        <a:lstStyle/>
        <a:p>
          <a:endParaRPr lang="th-TH"/>
        </a:p>
      </dgm:t>
    </dgm:pt>
    <dgm:pt modelId="{AE987B5D-78FB-4E3B-B07B-E21CA27A2FE4}">
      <dgm:prSet phldrT="[ข้อความ]"/>
      <dgm:spPr/>
      <dgm:t>
        <a:bodyPr/>
        <a:lstStyle/>
        <a:p>
          <a:r>
            <a:rPr lang="th-TH" b="1" dirty="0" smtClean="0">
              <a:latin typeface="TH SarabunPSK" pitchFamily="34" charset="-34"/>
              <a:cs typeface="TH SarabunPSK" pitchFamily="34" charset="-34"/>
            </a:rPr>
            <a:t>แผนที่/ภาพถ่าย</a:t>
          </a:r>
          <a:endParaRPr lang="th-TH" b="1" dirty="0">
            <a:latin typeface="TH SarabunPSK" pitchFamily="34" charset="-34"/>
            <a:cs typeface="TH SarabunPSK" pitchFamily="34" charset="-34"/>
          </a:endParaRPr>
        </a:p>
      </dgm:t>
    </dgm:pt>
    <dgm:pt modelId="{546D212A-3ECE-4DB9-B96B-A69EBC4A8C7A}" type="parTrans" cxnId="{2AF6B0B6-0741-4A6B-BDBF-1F8868ADBB7A}">
      <dgm:prSet/>
      <dgm:spPr/>
      <dgm:t>
        <a:bodyPr/>
        <a:lstStyle/>
        <a:p>
          <a:endParaRPr lang="th-TH"/>
        </a:p>
      </dgm:t>
    </dgm:pt>
    <dgm:pt modelId="{6FBB9CAF-020C-48BB-952C-3CC411390767}" type="sibTrans" cxnId="{2AF6B0B6-0741-4A6B-BDBF-1F8868ADBB7A}">
      <dgm:prSet/>
      <dgm:spPr/>
      <dgm:t>
        <a:bodyPr/>
        <a:lstStyle/>
        <a:p>
          <a:endParaRPr lang="th-TH"/>
        </a:p>
      </dgm:t>
    </dgm:pt>
    <dgm:pt modelId="{153CA280-4758-422E-BB25-14A4E70697B8}">
      <dgm:prSet phldrT="[ข้อความ]"/>
      <dgm:spPr/>
      <dgm:t>
        <a:bodyPr/>
        <a:lstStyle/>
        <a:p>
          <a:r>
            <a:rPr lang="th-TH" b="1" dirty="0" smtClean="0">
              <a:latin typeface="TH SarabunPSK" pitchFamily="34" charset="-34"/>
              <a:cs typeface="TH SarabunPSK" pitchFamily="34" charset="-34"/>
            </a:rPr>
            <a:t>ชันสูตรพลิกศพ</a:t>
          </a:r>
          <a:endParaRPr lang="th-TH" b="1" dirty="0">
            <a:latin typeface="TH SarabunPSK" pitchFamily="34" charset="-34"/>
            <a:cs typeface="TH SarabunPSK" pitchFamily="34" charset="-34"/>
          </a:endParaRPr>
        </a:p>
      </dgm:t>
    </dgm:pt>
    <dgm:pt modelId="{4AE5EF05-E8BA-41E2-9C26-59FDD0483964}" type="parTrans" cxnId="{2BA7AAB9-22A4-494E-ADCD-58C3A22008C8}">
      <dgm:prSet/>
      <dgm:spPr/>
      <dgm:t>
        <a:bodyPr/>
        <a:lstStyle/>
        <a:p>
          <a:endParaRPr lang="th-TH"/>
        </a:p>
      </dgm:t>
    </dgm:pt>
    <dgm:pt modelId="{BD856AB1-BFFA-4CE9-994C-5ED3753A5775}" type="sibTrans" cxnId="{2BA7AAB9-22A4-494E-ADCD-58C3A22008C8}">
      <dgm:prSet/>
      <dgm:spPr/>
      <dgm:t>
        <a:bodyPr/>
        <a:lstStyle/>
        <a:p>
          <a:endParaRPr lang="th-TH"/>
        </a:p>
      </dgm:t>
    </dgm:pt>
    <dgm:pt modelId="{78C13DB2-6263-4781-BAED-091A5952A1CF}">
      <dgm:prSet phldrT="[ข้อความ]"/>
      <dgm:spPr/>
      <dgm:t>
        <a:bodyPr/>
        <a:lstStyle/>
        <a:p>
          <a:r>
            <a:rPr lang="th-TH" b="1" dirty="0" smtClean="0">
              <a:latin typeface="TH SarabunPSK" pitchFamily="34" charset="-34"/>
              <a:cs typeface="TH SarabunPSK" pitchFamily="34" charset="-34"/>
            </a:rPr>
            <a:t>เก็บรวบรวมพยานหลักฐาน</a:t>
          </a:r>
          <a:endParaRPr lang="th-TH" b="1" dirty="0">
            <a:latin typeface="TH SarabunPSK" pitchFamily="34" charset="-34"/>
            <a:cs typeface="TH SarabunPSK" pitchFamily="34" charset="-34"/>
          </a:endParaRPr>
        </a:p>
      </dgm:t>
    </dgm:pt>
    <dgm:pt modelId="{F9648013-5711-43EB-9FA8-DDD33768DAED}" type="parTrans" cxnId="{ED82CA01-B223-4BDC-B217-D5AAF94A0421}">
      <dgm:prSet/>
      <dgm:spPr/>
      <dgm:t>
        <a:bodyPr/>
        <a:lstStyle/>
        <a:p>
          <a:endParaRPr lang="th-TH"/>
        </a:p>
      </dgm:t>
    </dgm:pt>
    <dgm:pt modelId="{E7870DFC-C926-4E56-B5BC-61F3DF183043}" type="sibTrans" cxnId="{ED82CA01-B223-4BDC-B217-D5AAF94A0421}">
      <dgm:prSet/>
      <dgm:spPr/>
      <dgm:t>
        <a:bodyPr/>
        <a:lstStyle/>
        <a:p>
          <a:endParaRPr lang="th-TH"/>
        </a:p>
      </dgm:t>
    </dgm:pt>
    <dgm:pt modelId="{C62C6AEC-F117-4F73-B442-1E7CD3A6EABC}" type="pres">
      <dgm:prSet presAssocID="{52D03332-7AB8-4774-B8AE-92F1293C01B5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th-TH"/>
        </a:p>
      </dgm:t>
    </dgm:pt>
    <dgm:pt modelId="{305A23BE-B6D5-456D-B03F-3AB8B04BCF2E}" type="pres">
      <dgm:prSet presAssocID="{91355F21-DA54-4DFC-BC1C-44FF8D137152}" presName="boxAndChildren" presStyleCnt="0"/>
      <dgm:spPr/>
    </dgm:pt>
    <dgm:pt modelId="{62B8489E-74EA-4F3A-842F-B9427B03D432}" type="pres">
      <dgm:prSet presAssocID="{91355F21-DA54-4DFC-BC1C-44FF8D137152}" presName="parentTextBox" presStyleLbl="node1" presStyleIdx="0" presStyleCnt="3"/>
      <dgm:spPr/>
      <dgm:t>
        <a:bodyPr/>
        <a:lstStyle/>
        <a:p>
          <a:endParaRPr lang="th-TH"/>
        </a:p>
      </dgm:t>
    </dgm:pt>
    <dgm:pt modelId="{8E7863FB-C35E-43D8-A998-E52BCB610A70}" type="pres">
      <dgm:prSet presAssocID="{91355F21-DA54-4DFC-BC1C-44FF8D137152}" presName="entireBox" presStyleLbl="node1" presStyleIdx="0" presStyleCnt="3"/>
      <dgm:spPr/>
      <dgm:t>
        <a:bodyPr/>
        <a:lstStyle/>
        <a:p>
          <a:endParaRPr lang="th-TH"/>
        </a:p>
      </dgm:t>
    </dgm:pt>
    <dgm:pt modelId="{0230B84E-CD80-4C67-9D9C-DAC4209703E7}" type="pres">
      <dgm:prSet presAssocID="{91355F21-DA54-4DFC-BC1C-44FF8D137152}" presName="descendantBox" presStyleCnt="0"/>
      <dgm:spPr/>
    </dgm:pt>
    <dgm:pt modelId="{6A7CDF3C-028E-4665-ABC2-72A7830933FC}" type="pres">
      <dgm:prSet presAssocID="{AE987B5D-78FB-4E3B-B07B-E21CA27A2FE4}" presName="childTextBox" presStyleLbl="fgAccFollowNode1" presStyleIdx="0" presStyleCnt="6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6E82F916-91CC-4385-BF4F-C641C0F44AA2}" type="pres">
      <dgm:prSet presAssocID="{153CA280-4758-422E-BB25-14A4E70697B8}" presName="childTextBox" presStyleLbl="fgAccFollowNode1" presStyleIdx="1" presStyleCnt="6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9D24ED7D-0F76-498C-A12C-6CB4176D72C9}" type="pres">
      <dgm:prSet presAssocID="{78C13DB2-6263-4781-BAED-091A5952A1CF}" presName="childTextBox" presStyleLbl="fgAccFollowNode1" presStyleIdx="2" presStyleCnt="6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235B6FD6-9073-49C3-BF02-826561F577A7}" type="pres">
      <dgm:prSet presAssocID="{BF5BB6EC-C794-416E-968A-8C6E4FB84705}" presName="sp" presStyleCnt="0"/>
      <dgm:spPr/>
    </dgm:pt>
    <dgm:pt modelId="{C3678BE2-3631-4093-B254-EEEABA68E738}" type="pres">
      <dgm:prSet presAssocID="{E26578D4-CEA8-4E23-946C-0BA68736511E}" presName="arrowAndChildren" presStyleCnt="0"/>
      <dgm:spPr/>
    </dgm:pt>
    <dgm:pt modelId="{8DD00128-8317-4C2A-95CE-9556BAC13F2C}" type="pres">
      <dgm:prSet presAssocID="{E26578D4-CEA8-4E23-946C-0BA68736511E}" presName="parentTextArrow" presStyleLbl="node1" presStyleIdx="0" presStyleCnt="3"/>
      <dgm:spPr/>
      <dgm:t>
        <a:bodyPr/>
        <a:lstStyle/>
        <a:p>
          <a:endParaRPr lang="th-TH"/>
        </a:p>
      </dgm:t>
    </dgm:pt>
    <dgm:pt modelId="{AC8BCD65-2F10-4EC6-8AF3-63B93CD2FEC3}" type="pres">
      <dgm:prSet presAssocID="{E26578D4-CEA8-4E23-946C-0BA68736511E}" presName="arrow" presStyleLbl="node1" presStyleIdx="1" presStyleCnt="3"/>
      <dgm:spPr/>
      <dgm:t>
        <a:bodyPr/>
        <a:lstStyle/>
        <a:p>
          <a:endParaRPr lang="th-TH"/>
        </a:p>
      </dgm:t>
    </dgm:pt>
    <dgm:pt modelId="{179B77AE-B27A-478F-B8AF-6C90C4C2C28F}" type="pres">
      <dgm:prSet presAssocID="{E26578D4-CEA8-4E23-946C-0BA68736511E}" presName="descendantArrow" presStyleCnt="0"/>
      <dgm:spPr/>
    </dgm:pt>
    <dgm:pt modelId="{92D0B5A3-4159-46AD-8ADC-526950144592}" type="pres">
      <dgm:prSet presAssocID="{E74B8FAA-11AA-4C12-991D-90483F2E430D}" presName="childTextArrow" presStyleLbl="fgAccFollowNode1" presStyleIdx="3" presStyleCnt="6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C819A2E6-1874-4D8A-AE69-402687FE88BE}" type="pres">
      <dgm:prSet presAssocID="{C69EFCC6-07D8-44A8-B55A-EACB497C2181}" presName="childTextArrow" presStyleLbl="fgAccFollowNode1" presStyleIdx="4" presStyleCnt="6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196B41AE-9E9A-4A0C-9E41-F801B870F1F0}" type="pres">
      <dgm:prSet presAssocID="{3740DA8C-0BF6-4AB0-9637-10BEFE7C1DA8}" presName="sp" presStyleCnt="0"/>
      <dgm:spPr/>
    </dgm:pt>
    <dgm:pt modelId="{563BEFAE-56B3-4485-AA83-0CF15939A7DC}" type="pres">
      <dgm:prSet presAssocID="{F60188A4-3AB7-4D1D-9E0A-E7526A81BA6B}" presName="arrowAndChildren" presStyleCnt="0"/>
      <dgm:spPr/>
    </dgm:pt>
    <dgm:pt modelId="{BB7251D2-D029-44F1-A3E0-D9CAA9842FE3}" type="pres">
      <dgm:prSet presAssocID="{F60188A4-3AB7-4D1D-9E0A-E7526A81BA6B}" presName="parentTextArrow" presStyleLbl="node1" presStyleIdx="1" presStyleCnt="3"/>
      <dgm:spPr/>
      <dgm:t>
        <a:bodyPr/>
        <a:lstStyle/>
        <a:p>
          <a:endParaRPr lang="th-TH"/>
        </a:p>
      </dgm:t>
    </dgm:pt>
    <dgm:pt modelId="{615A3728-8E90-4E56-AA10-3E7CC7DAE548}" type="pres">
      <dgm:prSet presAssocID="{F60188A4-3AB7-4D1D-9E0A-E7526A81BA6B}" presName="arrow" presStyleLbl="node1" presStyleIdx="2" presStyleCnt="3"/>
      <dgm:spPr/>
      <dgm:t>
        <a:bodyPr/>
        <a:lstStyle/>
        <a:p>
          <a:endParaRPr lang="th-TH"/>
        </a:p>
      </dgm:t>
    </dgm:pt>
    <dgm:pt modelId="{FF8A1A08-0D6D-434B-8059-036ED9045B1B}" type="pres">
      <dgm:prSet presAssocID="{F60188A4-3AB7-4D1D-9E0A-E7526A81BA6B}" presName="descendantArrow" presStyleCnt="0"/>
      <dgm:spPr/>
    </dgm:pt>
    <dgm:pt modelId="{DF04916C-178E-47FB-9BCC-6FED84D1075F}" type="pres">
      <dgm:prSet presAssocID="{EBA9EC38-D02E-4151-AAF7-3204CD4A853E}" presName="childTextArrow" presStyleLbl="fgAccFollowNode1" presStyleIdx="5" presStyleCnt="6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</dgm:ptLst>
  <dgm:cxnLst>
    <dgm:cxn modelId="{E1B95BA5-98B8-49AD-A059-D3424043318F}" srcId="{F60188A4-3AB7-4D1D-9E0A-E7526A81BA6B}" destId="{EBA9EC38-D02E-4151-AAF7-3204CD4A853E}" srcOrd="0" destOrd="0" parTransId="{738963EB-0D56-4EE1-B329-10C8910EC1E4}" sibTransId="{AFA5CEA2-CB13-436D-81BF-D1F7FEA864DD}"/>
    <dgm:cxn modelId="{F09E2047-1AD1-4752-B6DD-E454BFD87CC2}" srcId="{52D03332-7AB8-4774-B8AE-92F1293C01B5}" destId="{F60188A4-3AB7-4D1D-9E0A-E7526A81BA6B}" srcOrd="0" destOrd="0" parTransId="{BEED8160-2C2B-4970-9B31-31C50BBF95D8}" sibTransId="{3740DA8C-0BF6-4AB0-9637-10BEFE7C1DA8}"/>
    <dgm:cxn modelId="{4C6BAB07-11A1-47F2-A032-DE45458667EB}" srcId="{52D03332-7AB8-4774-B8AE-92F1293C01B5}" destId="{E26578D4-CEA8-4E23-946C-0BA68736511E}" srcOrd="1" destOrd="0" parTransId="{DF3D8673-2491-477D-B949-841F20DDFC22}" sibTransId="{BF5BB6EC-C794-416E-968A-8C6E4FB84705}"/>
    <dgm:cxn modelId="{2495C6BD-6A57-415F-9B4C-7A9C78F5E44E}" type="presOf" srcId="{E74B8FAA-11AA-4C12-991D-90483F2E430D}" destId="{92D0B5A3-4159-46AD-8ADC-526950144592}" srcOrd="0" destOrd="0" presId="urn:microsoft.com/office/officeart/2005/8/layout/process4"/>
    <dgm:cxn modelId="{A0F97E39-079A-441B-8065-71239C0B4A67}" type="presOf" srcId="{153CA280-4758-422E-BB25-14A4E70697B8}" destId="{6E82F916-91CC-4385-BF4F-C641C0F44AA2}" srcOrd="0" destOrd="0" presId="urn:microsoft.com/office/officeart/2005/8/layout/process4"/>
    <dgm:cxn modelId="{ED82CA01-B223-4BDC-B217-D5AAF94A0421}" srcId="{91355F21-DA54-4DFC-BC1C-44FF8D137152}" destId="{78C13DB2-6263-4781-BAED-091A5952A1CF}" srcOrd="2" destOrd="0" parTransId="{F9648013-5711-43EB-9FA8-DDD33768DAED}" sibTransId="{E7870DFC-C926-4E56-B5BC-61F3DF183043}"/>
    <dgm:cxn modelId="{3CC36B1D-7E49-4D42-BB1E-5CA7DAA3CA0B}" type="presOf" srcId="{AE987B5D-78FB-4E3B-B07B-E21CA27A2FE4}" destId="{6A7CDF3C-028E-4665-ABC2-72A7830933FC}" srcOrd="0" destOrd="0" presId="urn:microsoft.com/office/officeart/2005/8/layout/process4"/>
    <dgm:cxn modelId="{23AFE656-6768-4C9E-BACE-B7ACB10339CB}" type="presOf" srcId="{E26578D4-CEA8-4E23-946C-0BA68736511E}" destId="{AC8BCD65-2F10-4EC6-8AF3-63B93CD2FEC3}" srcOrd="1" destOrd="0" presId="urn:microsoft.com/office/officeart/2005/8/layout/process4"/>
    <dgm:cxn modelId="{5D079B60-B306-4976-9810-0D5182A73C9D}" type="presOf" srcId="{78C13DB2-6263-4781-BAED-091A5952A1CF}" destId="{9D24ED7D-0F76-498C-A12C-6CB4176D72C9}" srcOrd="0" destOrd="0" presId="urn:microsoft.com/office/officeart/2005/8/layout/process4"/>
    <dgm:cxn modelId="{B67B4C2B-3D15-407C-92EC-9A73A80D8B54}" type="presOf" srcId="{91355F21-DA54-4DFC-BC1C-44FF8D137152}" destId="{8E7863FB-C35E-43D8-A998-E52BCB610A70}" srcOrd="1" destOrd="0" presId="urn:microsoft.com/office/officeart/2005/8/layout/process4"/>
    <dgm:cxn modelId="{0287E2ED-2B55-4228-AC22-D80AFFD544D9}" type="presOf" srcId="{91355F21-DA54-4DFC-BC1C-44FF8D137152}" destId="{62B8489E-74EA-4F3A-842F-B9427B03D432}" srcOrd="0" destOrd="0" presId="urn:microsoft.com/office/officeart/2005/8/layout/process4"/>
    <dgm:cxn modelId="{FF5D393A-6CF6-4D4F-80B8-C3CA1955DA28}" type="presOf" srcId="{EBA9EC38-D02E-4151-AAF7-3204CD4A853E}" destId="{DF04916C-178E-47FB-9BCC-6FED84D1075F}" srcOrd="0" destOrd="0" presId="urn:microsoft.com/office/officeart/2005/8/layout/process4"/>
    <dgm:cxn modelId="{BDB0ABA3-08A3-428E-A4A9-EBB9CB498593}" type="presOf" srcId="{52D03332-7AB8-4774-B8AE-92F1293C01B5}" destId="{C62C6AEC-F117-4F73-B442-1E7CD3A6EABC}" srcOrd="0" destOrd="0" presId="urn:microsoft.com/office/officeart/2005/8/layout/process4"/>
    <dgm:cxn modelId="{2BA7AAB9-22A4-494E-ADCD-58C3A22008C8}" srcId="{91355F21-DA54-4DFC-BC1C-44FF8D137152}" destId="{153CA280-4758-422E-BB25-14A4E70697B8}" srcOrd="1" destOrd="0" parTransId="{4AE5EF05-E8BA-41E2-9C26-59FDD0483964}" sibTransId="{BD856AB1-BFFA-4CE9-994C-5ED3753A5775}"/>
    <dgm:cxn modelId="{44CEF7D0-5F45-4A9E-B90F-B39B709434D4}" type="presOf" srcId="{E26578D4-CEA8-4E23-946C-0BA68736511E}" destId="{8DD00128-8317-4C2A-95CE-9556BAC13F2C}" srcOrd="0" destOrd="0" presId="urn:microsoft.com/office/officeart/2005/8/layout/process4"/>
    <dgm:cxn modelId="{AE819D96-7397-4CA9-A6EA-9478D427B65C}" srcId="{52D03332-7AB8-4774-B8AE-92F1293C01B5}" destId="{91355F21-DA54-4DFC-BC1C-44FF8D137152}" srcOrd="2" destOrd="0" parTransId="{1676FD9D-CF6A-4672-BCC4-5BA8EB56DD12}" sibTransId="{5FBC13D8-2E73-42E2-8726-BBB5126CCDEE}"/>
    <dgm:cxn modelId="{6B5C5123-1D89-414B-8C61-53240424E080}" type="presOf" srcId="{F60188A4-3AB7-4D1D-9E0A-E7526A81BA6B}" destId="{BB7251D2-D029-44F1-A3E0-D9CAA9842FE3}" srcOrd="0" destOrd="0" presId="urn:microsoft.com/office/officeart/2005/8/layout/process4"/>
    <dgm:cxn modelId="{2AF6B0B6-0741-4A6B-BDBF-1F8868ADBB7A}" srcId="{91355F21-DA54-4DFC-BC1C-44FF8D137152}" destId="{AE987B5D-78FB-4E3B-B07B-E21CA27A2FE4}" srcOrd="0" destOrd="0" parTransId="{546D212A-3ECE-4DB9-B96B-A69EBC4A8C7A}" sibTransId="{6FBB9CAF-020C-48BB-952C-3CC411390767}"/>
    <dgm:cxn modelId="{C0C375D0-DB2B-4F59-81DF-03337C42C31C}" type="presOf" srcId="{F60188A4-3AB7-4D1D-9E0A-E7526A81BA6B}" destId="{615A3728-8E90-4E56-AA10-3E7CC7DAE548}" srcOrd="1" destOrd="0" presId="urn:microsoft.com/office/officeart/2005/8/layout/process4"/>
    <dgm:cxn modelId="{5CE3182C-A075-46C4-BDEC-BEAB8E4342CF}" srcId="{E26578D4-CEA8-4E23-946C-0BA68736511E}" destId="{E74B8FAA-11AA-4C12-991D-90483F2E430D}" srcOrd="0" destOrd="0" parTransId="{0C1A7FB6-9F05-423F-8941-B61D78486C78}" sibTransId="{44BA2377-C445-456B-BCD9-318BB12E3997}"/>
    <dgm:cxn modelId="{2EABB905-EE52-47C1-A82C-8D8D5BDD43F3}" srcId="{E26578D4-CEA8-4E23-946C-0BA68736511E}" destId="{C69EFCC6-07D8-44A8-B55A-EACB497C2181}" srcOrd="1" destOrd="0" parTransId="{3F47AAE5-8DA7-4C91-A5D1-4B04216F94E4}" sibTransId="{2A28F1B1-3F09-4B7B-98E4-9A08629CEBD8}"/>
    <dgm:cxn modelId="{1BB87981-4F79-438A-B5A7-F4CEC7EC62C5}" type="presOf" srcId="{C69EFCC6-07D8-44A8-B55A-EACB497C2181}" destId="{C819A2E6-1874-4D8A-AE69-402687FE88BE}" srcOrd="0" destOrd="0" presId="urn:microsoft.com/office/officeart/2005/8/layout/process4"/>
    <dgm:cxn modelId="{854BEF4C-28E1-4B70-8B23-E15C1A6B4FB7}" type="presParOf" srcId="{C62C6AEC-F117-4F73-B442-1E7CD3A6EABC}" destId="{305A23BE-B6D5-456D-B03F-3AB8B04BCF2E}" srcOrd="0" destOrd="0" presId="urn:microsoft.com/office/officeart/2005/8/layout/process4"/>
    <dgm:cxn modelId="{181148B8-2128-419A-8340-3543C5729665}" type="presParOf" srcId="{305A23BE-B6D5-456D-B03F-3AB8B04BCF2E}" destId="{62B8489E-74EA-4F3A-842F-B9427B03D432}" srcOrd="0" destOrd="0" presId="urn:microsoft.com/office/officeart/2005/8/layout/process4"/>
    <dgm:cxn modelId="{05F240AB-3100-423D-9644-BBCF661E6165}" type="presParOf" srcId="{305A23BE-B6D5-456D-B03F-3AB8B04BCF2E}" destId="{8E7863FB-C35E-43D8-A998-E52BCB610A70}" srcOrd="1" destOrd="0" presId="urn:microsoft.com/office/officeart/2005/8/layout/process4"/>
    <dgm:cxn modelId="{3D443463-AFC0-4678-89CA-5279A40B3E0D}" type="presParOf" srcId="{305A23BE-B6D5-456D-B03F-3AB8B04BCF2E}" destId="{0230B84E-CD80-4C67-9D9C-DAC4209703E7}" srcOrd="2" destOrd="0" presId="urn:microsoft.com/office/officeart/2005/8/layout/process4"/>
    <dgm:cxn modelId="{5EC5B3FA-5CA0-415E-AB78-36786C64ED85}" type="presParOf" srcId="{0230B84E-CD80-4C67-9D9C-DAC4209703E7}" destId="{6A7CDF3C-028E-4665-ABC2-72A7830933FC}" srcOrd="0" destOrd="0" presId="urn:microsoft.com/office/officeart/2005/8/layout/process4"/>
    <dgm:cxn modelId="{623862E4-6969-4178-BDFB-1BE4FF9E09BA}" type="presParOf" srcId="{0230B84E-CD80-4C67-9D9C-DAC4209703E7}" destId="{6E82F916-91CC-4385-BF4F-C641C0F44AA2}" srcOrd="1" destOrd="0" presId="urn:microsoft.com/office/officeart/2005/8/layout/process4"/>
    <dgm:cxn modelId="{488C69EF-B35C-45FE-A1A5-06324B62ABD4}" type="presParOf" srcId="{0230B84E-CD80-4C67-9D9C-DAC4209703E7}" destId="{9D24ED7D-0F76-498C-A12C-6CB4176D72C9}" srcOrd="2" destOrd="0" presId="urn:microsoft.com/office/officeart/2005/8/layout/process4"/>
    <dgm:cxn modelId="{69342009-F118-48BE-96C0-5AA23FC6FBB5}" type="presParOf" srcId="{C62C6AEC-F117-4F73-B442-1E7CD3A6EABC}" destId="{235B6FD6-9073-49C3-BF02-826561F577A7}" srcOrd="1" destOrd="0" presId="urn:microsoft.com/office/officeart/2005/8/layout/process4"/>
    <dgm:cxn modelId="{769037D0-463E-47E4-A260-53B82D3B8466}" type="presParOf" srcId="{C62C6AEC-F117-4F73-B442-1E7CD3A6EABC}" destId="{C3678BE2-3631-4093-B254-EEEABA68E738}" srcOrd="2" destOrd="0" presId="urn:microsoft.com/office/officeart/2005/8/layout/process4"/>
    <dgm:cxn modelId="{211775FA-1B5C-46B7-83DD-0D6CBFFAE506}" type="presParOf" srcId="{C3678BE2-3631-4093-B254-EEEABA68E738}" destId="{8DD00128-8317-4C2A-95CE-9556BAC13F2C}" srcOrd="0" destOrd="0" presId="urn:microsoft.com/office/officeart/2005/8/layout/process4"/>
    <dgm:cxn modelId="{789015CA-51A2-4630-B68F-735DA3C66C1C}" type="presParOf" srcId="{C3678BE2-3631-4093-B254-EEEABA68E738}" destId="{AC8BCD65-2F10-4EC6-8AF3-63B93CD2FEC3}" srcOrd="1" destOrd="0" presId="urn:microsoft.com/office/officeart/2005/8/layout/process4"/>
    <dgm:cxn modelId="{D44B95F7-59FB-47AF-90AB-A60E6D92A8B6}" type="presParOf" srcId="{C3678BE2-3631-4093-B254-EEEABA68E738}" destId="{179B77AE-B27A-478F-B8AF-6C90C4C2C28F}" srcOrd="2" destOrd="0" presId="urn:microsoft.com/office/officeart/2005/8/layout/process4"/>
    <dgm:cxn modelId="{0E9D6AA6-85F9-432C-8A45-05582652577F}" type="presParOf" srcId="{179B77AE-B27A-478F-B8AF-6C90C4C2C28F}" destId="{92D0B5A3-4159-46AD-8ADC-526950144592}" srcOrd="0" destOrd="0" presId="urn:microsoft.com/office/officeart/2005/8/layout/process4"/>
    <dgm:cxn modelId="{8DC8C441-8B91-4F0F-B264-BE34B9E0719C}" type="presParOf" srcId="{179B77AE-B27A-478F-B8AF-6C90C4C2C28F}" destId="{C819A2E6-1874-4D8A-AE69-402687FE88BE}" srcOrd="1" destOrd="0" presId="urn:microsoft.com/office/officeart/2005/8/layout/process4"/>
    <dgm:cxn modelId="{F4EBA7E3-EF5E-49AA-A065-54BAC94F7ED2}" type="presParOf" srcId="{C62C6AEC-F117-4F73-B442-1E7CD3A6EABC}" destId="{196B41AE-9E9A-4A0C-9E41-F801B870F1F0}" srcOrd="3" destOrd="0" presId="urn:microsoft.com/office/officeart/2005/8/layout/process4"/>
    <dgm:cxn modelId="{8E259351-F9EF-43E5-BCAD-C273A934412B}" type="presParOf" srcId="{C62C6AEC-F117-4F73-B442-1E7CD3A6EABC}" destId="{563BEFAE-56B3-4485-AA83-0CF15939A7DC}" srcOrd="4" destOrd="0" presId="urn:microsoft.com/office/officeart/2005/8/layout/process4"/>
    <dgm:cxn modelId="{AD045AB9-FA7F-42B0-B8CE-52A884D50B23}" type="presParOf" srcId="{563BEFAE-56B3-4485-AA83-0CF15939A7DC}" destId="{BB7251D2-D029-44F1-A3E0-D9CAA9842FE3}" srcOrd="0" destOrd="0" presId="urn:microsoft.com/office/officeart/2005/8/layout/process4"/>
    <dgm:cxn modelId="{5FE1447A-851A-421B-97FE-7BD7F0E1E48C}" type="presParOf" srcId="{563BEFAE-56B3-4485-AA83-0CF15939A7DC}" destId="{615A3728-8E90-4E56-AA10-3E7CC7DAE548}" srcOrd="1" destOrd="0" presId="urn:microsoft.com/office/officeart/2005/8/layout/process4"/>
    <dgm:cxn modelId="{E27BE5D3-2916-4806-892A-69EAF2DD9AB2}" type="presParOf" srcId="{563BEFAE-56B3-4485-AA83-0CF15939A7DC}" destId="{FF8A1A08-0D6D-434B-8059-036ED9045B1B}" srcOrd="2" destOrd="0" presId="urn:microsoft.com/office/officeart/2005/8/layout/process4"/>
    <dgm:cxn modelId="{D19D50A0-B007-4E4B-9BD9-0291781BAC3C}" type="presParOf" srcId="{FF8A1A08-0D6D-434B-8059-036ED9045B1B}" destId="{DF04916C-178E-47FB-9BCC-6FED84D1075F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4824C79-1261-4214-87B3-A4FD4DE37B16}" type="doc">
      <dgm:prSet loTypeId="urn:microsoft.com/office/officeart/2005/8/layout/list1" loCatId="list" qsTypeId="urn:microsoft.com/office/officeart/2005/8/quickstyle/3d2" qsCatId="3D" csTypeId="urn:microsoft.com/office/officeart/2005/8/colors/colorful5" csCatId="colorful" phldr="1"/>
      <dgm:spPr/>
      <dgm:t>
        <a:bodyPr/>
        <a:lstStyle/>
        <a:p>
          <a:endParaRPr lang="th-TH"/>
        </a:p>
      </dgm:t>
    </dgm:pt>
    <dgm:pt modelId="{1F6E3745-F4B3-4469-9FA2-224683156773}">
      <dgm:prSet phldrT="[ข้อความ]" custT="1"/>
      <dgm:spPr/>
      <dgm:t>
        <a:bodyPr/>
        <a:lstStyle/>
        <a:p>
          <a:r>
            <a:rPr lang="en-US" sz="3200" b="1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“</a:t>
          </a:r>
          <a:r>
            <a:rPr lang="th-TH" sz="3200" b="1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ป้องกันรักษาสถานที่เกิดเหตุ</a:t>
          </a:r>
          <a:r>
            <a:rPr lang="en-US" sz="3200" b="1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”</a:t>
          </a:r>
          <a:endParaRPr lang="th-TH" sz="3200" b="1" dirty="0">
            <a:solidFill>
              <a:schemeClr val="tx1"/>
            </a:solidFill>
            <a:effectLst/>
            <a:latin typeface="TH SarabunPSK" pitchFamily="34" charset="-34"/>
            <a:cs typeface="TH SarabunPSK" pitchFamily="34" charset="-34"/>
          </a:endParaRPr>
        </a:p>
      </dgm:t>
    </dgm:pt>
    <dgm:pt modelId="{3D61398F-650C-40DD-82F1-D51793899D46}" type="parTrans" cxnId="{7078F181-5CB6-4C2F-8B46-06D3CB29C3B8}">
      <dgm:prSet/>
      <dgm:spPr/>
      <dgm:t>
        <a:bodyPr/>
        <a:lstStyle/>
        <a:p>
          <a:endParaRPr lang="th-TH"/>
        </a:p>
      </dgm:t>
    </dgm:pt>
    <dgm:pt modelId="{90A70FAA-70C1-470C-B3E8-EA5E08A92BAD}" type="sibTrans" cxnId="{7078F181-5CB6-4C2F-8B46-06D3CB29C3B8}">
      <dgm:prSet/>
      <dgm:spPr/>
      <dgm:t>
        <a:bodyPr/>
        <a:lstStyle/>
        <a:p>
          <a:endParaRPr lang="th-TH"/>
        </a:p>
      </dgm:t>
    </dgm:pt>
    <dgm:pt modelId="{2A3D2811-0A46-4737-B886-D164154440B3}">
      <dgm:prSet phldrT="[ข้อความ]" custT="1"/>
      <dgm:spPr/>
      <dgm:t>
        <a:bodyPr/>
        <a:lstStyle/>
        <a:p>
          <a:r>
            <a:rPr lang="en-US" sz="3200" b="1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“</a:t>
          </a:r>
          <a:r>
            <a:rPr lang="th-TH" sz="3200" b="1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เก็บพยานหลักฐานอย่างถูกต้องตามกฎหมาย</a:t>
          </a:r>
          <a:r>
            <a:rPr lang="en-US" sz="3200" b="1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”</a:t>
          </a:r>
          <a:endParaRPr lang="th-TH" sz="3200" b="1" dirty="0">
            <a:solidFill>
              <a:schemeClr val="tx1"/>
            </a:solidFill>
            <a:effectLst/>
            <a:latin typeface="TH SarabunPSK" pitchFamily="34" charset="-34"/>
            <a:cs typeface="TH SarabunPSK" pitchFamily="34" charset="-34"/>
          </a:endParaRPr>
        </a:p>
      </dgm:t>
    </dgm:pt>
    <dgm:pt modelId="{1846F08A-E42E-447B-8BF3-C6F47673B32C}" type="parTrans" cxnId="{9DE3FE64-3015-4DB7-9CCA-A075D1DE1262}">
      <dgm:prSet/>
      <dgm:spPr/>
      <dgm:t>
        <a:bodyPr/>
        <a:lstStyle/>
        <a:p>
          <a:endParaRPr lang="th-TH"/>
        </a:p>
      </dgm:t>
    </dgm:pt>
    <dgm:pt modelId="{3DBAF404-C10C-4C85-8DA8-7C593124F500}" type="sibTrans" cxnId="{9DE3FE64-3015-4DB7-9CCA-A075D1DE1262}">
      <dgm:prSet/>
      <dgm:spPr/>
      <dgm:t>
        <a:bodyPr/>
        <a:lstStyle/>
        <a:p>
          <a:endParaRPr lang="th-TH"/>
        </a:p>
      </dgm:t>
    </dgm:pt>
    <dgm:pt modelId="{B64B4FDE-5B9E-42E3-9543-457ECE0D38F8}">
      <dgm:prSet phldrT="[ข้อความ]" custT="1"/>
      <dgm:spPr/>
      <dgm:t>
        <a:bodyPr/>
        <a:lstStyle/>
        <a:p>
          <a:r>
            <a:rPr lang="en-US" sz="3200" b="1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“</a:t>
          </a:r>
          <a:r>
            <a:rPr lang="th-TH" sz="3200" b="1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กระทำการค้นหาพยานหลักฐานอย่างเหมาะสม</a:t>
          </a:r>
          <a:r>
            <a:rPr lang="en-US" sz="3200" b="1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”</a:t>
          </a:r>
          <a:endParaRPr lang="th-TH" sz="3200" b="1" dirty="0">
            <a:solidFill>
              <a:schemeClr val="tx1"/>
            </a:solidFill>
            <a:effectLst/>
            <a:latin typeface="TH SarabunPSK" pitchFamily="34" charset="-34"/>
            <a:cs typeface="TH SarabunPSK" pitchFamily="34" charset="-34"/>
          </a:endParaRPr>
        </a:p>
      </dgm:t>
    </dgm:pt>
    <dgm:pt modelId="{138B1FE4-AC2E-4CAD-9C10-14EA5576581C}" type="parTrans" cxnId="{57AD6386-B4CE-4C29-A5F9-C3B95D58881E}">
      <dgm:prSet/>
      <dgm:spPr/>
      <dgm:t>
        <a:bodyPr/>
        <a:lstStyle/>
        <a:p>
          <a:endParaRPr lang="th-TH"/>
        </a:p>
      </dgm:t>
    </dgm:pt>
    <dgm:pt modelId="{2FF27770-F4F4-4638-82C8-6EC19432F51C}" type="sibTrans" cxnId="{57AD6386-B4CE-4C29-A5F9-C3B95D58881E}">
      <dgm:prSet/>
      <dgm:spPr/>
      <dgm:t>
        <a:bodyPr/>
        <a:lstStyle/>
        <a:p>
          <a:endParaRPr lang="th-TH"/>
        </a:p>
      </dgm:t>
    </dgm:pt>
    <dgm:pt modelId="{126B0071-C971-43D0-9262-7AE18E7AF922}">
      <dgm:prSet phldrT="[ข้อความ]" custT="1"/>
      <dgm:spPr/>
      <dgm:t>
        <a:bodyPr/>
        <a:lstStyle/>
        <a:p>
          <a:r>
            <a:rPr lang="en-US" sz="3200" b="1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“</a:t>
          </a:r>
          <a:r>
            <a:rPr lang="th-TH" sz="3200" b="1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มีห่วงโซ่การครอบครองพยานหลักฐานโดยตลอด</a:t>
          </a:r>
          <a:r>
            <a:rPr lang="en-US" sz="3200" b="1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”</a:t>
          </a:r>
          <a:endParaRPr lang="th-TH" sz="3200" b="1" dirty="0">
            <a:solidFill>
              <a:schemeClr val="tx1"/>
            </a:solidFill>
            <a:effectLst/>
            <a:latin typeface="TH SarabunPSK" pitchFamily="34" charset="-34"/>
            <a:cs typeface="TH SarabunPSK" pitchFamily="34" charset="-34"/>
          </a:endParaRPr>
        </a:p>
      </dgm:t>
    </dgm:pt>
    <dgm:pt modelId="{02ECF347-5E17-424B-BE12-2EF53BC2DD6B}" type="parTrans" cxnId="{5022C7DF-0A36-4450-95A4-BD9D30F848A8}">
      <dgm:prSet/>
      <dgm:spPr/>
      <dgm:t>
        <a:bodyPr/>
        <a:lstStyle/>
        <a:p>
          <a:endParaRPr lang="th-TH"/>
        </a:p>
      </dgm:t>
    </dgm:pt>
    <dgm:pt modelId="{571A0833-80B4-46B5-A0D2-251E4B763948}" type="sibTrans" cxnId="{5022C7DF-0A36-4450-95A4-BD9D30F848A8}">
      <dgm:prSet/>
      <dgm:spPr/>
      <dgm:t>
        <a:bodyPr/>
        <a:lstStyle/>
        <a:p>
          <a:endParaRPr lang="th-TH"/>
        </a:p>
      </dgm:t>
    </dgm:pt>
    <dgm:pt modelId="{DAE6EBBF-E15B-4FDF-8B02-4C1FA6A084B5}" type="pres">
      <dgm:prSet presAssocID="{64824C79-1261-4214-87B3-A4FD4DE37B16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th-TH"/>
        </a:p>
      </dgm:t>
    </dgm:pt>
    <dgm:pt modelId="{DD30DCEF-448B-410F-A550-4FA2DBF07DD9}" type="pres">
      <dgm:prSet presAssocID="{1F6E3745-F4B3-4469-9FA2-224683156773}" presName="parentLin" presStyleCnt="0"/>
      <dgm:spPr/>
    </dgm:pt>
    <dgm:pt modelId="{81A9F391-89DB-4CC9-B3C5-9154DCAC84D5}" type="pres">
      <dgm:prSet presAssocID="{1F6E3745-F4B3-4469-9FA2-224683156773}" presName="parentLeftMargin" presStyleLbl="node1" presStyleIdx="0" presStyleCnt="4"/>
      <dgm:spPr/>
      <dgm:t>
        <a:bodyPr/>
        <a:lstStyle/>
        <a:p>
          <a:endParaRPr lang="th-TH"/>
        </a:p>
      </dgm:t>
    </dgm:pt>
    <dgm:pt modelId="{0EC1193E-E0BA-4D87-9664-40BDC13708DF}" type="pres">
      <dgm:prSet presAssocID="{1F6E3745-F4B3-4469-9FA2-224683156773}" presName="parentText" presStyleLbl="node1" presStyleIdx="0" presStyleCnt="4" custScaleX="120338" custScaleY="85960">
        <dgm:presLayoutVars>
          <dgm:chMax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46F67364-0056-4ADF-AAF6-C1745CD8C65C}" type="pres">
      <dgm:prSet presAssocID="{1F6E3745-F4B3-4469-9FA2-224683156773}" presName="negativeSpace" presStyleCnt="0"/>
      <dgm:spPr/>
    </dgm:pt>
    <dgm:pt modelId="{8366179E-0FFB-4B59-820B-EB59F4DC8BB8}" type="pres">
      <dgm:prSet presAssocID="{1F6E3745-F4B3-4469-9FA2-224683156773}" presName="childText" presStyleLbl="conFgAcc1" presStyleIdx="0" presStyleCnt="4">
        <dgm:presLayoutVars>
          <dgm:bulletEnabled val="1"/>
        </dgm:presLayoutVars>
      </dgm:prSet>
      <dgm:spPr/>
    </dgm:pt>
    <dgm:pt modelId="{CA1CE2D0-70CD-427C-B4D7-2882E53240DF}" type="pres">
      <dgm:prSet presAssocID="{90A70FAA-70C1-470C-B3E8-EA5E08A92BAD}" presName="spaceBetweenRectangles" presStyleCnt="0"/>
      <dgm:spPr/>
    </dgm:pt>
    <dgm:pt modelId="{C5AE0138-7DE0-4BFB-9D19-6169CA6819D9}" type="pres">
      <dgm:prSet presAssocID="{2A3D2811-0A46-4737-B886-D164154440B3}" presName="parentLin" presStyleCnt="0"/>
      <dgm:spPr/>
    </dgm:pt>
    <dgm:pt modelId="{B51FC04B-16D8-42BC-8407-6ECD6701096F}" type="pres">
      <dgm:prSet presAssocID="{2A3D2811-0A46-4737-B886-D164154440B3}" presName="parentLeftMargin" presStyleLbl="node1" presStyleIdx="0" presStyleCnt="4"/>
      <dgm:spPr/>
      <dgm:t>
        <a:bodyPr/>
        <a:lstStyle/>
        <a:p>
          <a:endParaRPr lang="th-TH"/>
        </a:p>
      </dgm:t>
    </dgm:pt>
    <dgm:pt modelId="{CD567CAB-52BC-421C-97EE-F43E141536DD}" type="pres">
      <dgm:prSet presAssocID="{2A3D2811-0A46-4737-B886-D164154440B3}" presName="parentText" presStyleLbl="node1" presStyleIdx="1" presStyleCnt="4" custScaleX="120338" custScaleY="85960">
        <dgm:presLayoutVars>
          <dgm:chMax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7D409156-4746-4AC3-BAE5-3F00EF7A3F16}" type="pres">
      <dgm:prSet presAssocID="{2A3D2811-0A46-4737-B886-D164154440B3}" presName="negativeSpace" presStyleCnt="0"/>
      <dgm:spPr/>
    </dgm:pt>
    <dgm:pt modelId="{BF3D7552-3FBD-4168-904B-3EBCA7E05959}" type="pres">
      <dgm:prSet presAssocID="{2A3D2811-0A46-4737-B886-D164154440B3}" presName="childText" presStyleLbl="conFgAcc1" presStyleIdx="1" presStyleCnt="4">
        <dgm:presLayoutVars>
          <dgm:bulletEnabled val="1"/>
        </dgm:presLayoutVars>
      </dgm:prSet>
      <dgm:spPr/>
    </dgm:pt>
    <dgm:pt modelId="{E111BF93-33E8-4FD4-9DE7-2DFCE5F75D5A}" type="pres">
      <dgm:prSet presAssocID="{3DBAF404-C10C-4C85-8DA8-7C593124F500}" presName="spaceBetweenRectangles" presStyleCnt="0"/>
      <dgm:spPr/>
    </dgm:pt>
    <dgm:pt modelId="{D7BD8980-EC97-4283-AB41-91F2FFF3FFBB}" type="pres">
      <dgm:prSet presAssocID="{B64B4FDE-5B9E-42E3-9543-457ECE0D38F8}" presName="parentLin" presStyleCnt="0"/>
      <dgm:spPr/>
    </dgm:pt>
    <dgm:pt modelId="{566D5A47-3699-43CE-B566-3ADBE27BAF25}" type="pres">
      <dgm:prSet presAssocID="{B64B4FDE-5B9E-42E3-9543-457ECE0D38F8}" presName="parentLeftMargin" presStyleLbl="node1" presStyleIdx="1" presStyleCnt="4"/>
      <dgm:spPr/>
      <dgm:t>
        <a:bodyPr/>
        <a:lstStyle/>
        <a:p>
          <a:endParaRPr lang="th-TH"/>
        </a:p>
      </dgm:t>
    </dgm:pt>
    <dgm:pt modelId="{AA975983-3C50-49D1-992B-C14769092B96}" type="pres">
      <dgm:prSet presAssocID="{B64B4FDE-5B9E-42E3-9543-457ECE0D38F8}" presName="parentText" presStyleLbl="node1" presStyleIdx="2" presStyleCnt="4" custScaleX="120338" custScaleY="85960">
        <dgm:presLayoutVars>
          <dgm:chMax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2C75AA2C-4E61-4F84-BDC8-D763D3B47DFC}" type="pres">
      <dgm:prSet presAssocID="{B64B4FDE-5B9E-42E3-9543-457ECE0D38F8}" presName="negativeSpace" presStyleCnt="0"/>
      <dgm:spPr/>
    </dgm:pt>
    <dgm:pt modelId="{E7074949-89FC-4B97-8D3E-E1CCC6E1AFCA}" type="pres">
      <dgm:prSet presAssocID="{B64B4FDE-5B9E-42E3-9543-457ECE0D38F8}" presName="childText" presStyleLbl="conFgAcc1" presStyleIdx="2" presStyleCnt="4">
        <dgm:presLayoutVars>
          <dgm:bulletEnabled val="1"/>
        </dgm:presLayoutVars>
      </dgm:prSet>
      <dgm:spPr/>
    </dgm:pt>
    <dgm:pt modelId="{667E36D8-BDD9-4B17-A7D6-3DE40F726BBD}" type="pres">
      <dgm:prSet presAssocID="{2FF27770-F4F4-4638-82C8-6EC19432F51C}" presName="spaceBetweenRectangles" presStyleCnt="0"/>
      <dgm:spPr/>
    </dgm:pt>
    <dgm:pt modelId="{84CE654D-E5DE-453B-A45C-E5DC3B02A0C9}" type="pres">
      <dgm:prSet presAssocID="{126B0071-C971-43D0-9262-7AE18E7AF922}" presName="parentLin" presStyleCnt="0"/>
      <dgm:spPr/>
    </dgm:pt>
    <dgm:pt modelId="{6714B419-18CF-4AF2-802D-4DC923F935B4}" type="pres">
      <dgm:prSet presAssocID="{126B0071-C971-43D0-9262-7AE18E7AF922}" presName="parentLeftMargin" presStyleLbl="node1" presStyleIdx="2" presStyleCnt="4"/>
      <dgm:spPr/>
      <dgm:t>
        <a:bodyPr/>
        <a:lstStyle/>
        <a:p>
          <a:endParaRPr lang="th-TH"/>
        </a:p>
      </dgm:t>
    </dgm:pt>
    <dgm:pt modelId="{72E19B7A-DD43-4AA2-AF99-3DC5A0F54203}" type="pres">
      <dgm:prSet presAssocID="{126B0071-C971-43D0-9262-7AE18E7AF922}" presName="parentText" presStyleLbl="node1" presStyleIdx="3" presStyleCnt="4" custScaleX="120338" custScaleY="85960">
        <dgm:presLayoutVars>
          <dgm:chMax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C5D5E5AC-2167-4BAB-9245-C3F7A256B948}" type="pres">
      <dgm:prSet presAssocID="{126B0071-C971-43D0-9262-7AE18E7AF922}" presName="negativeSpace" presStyleCnt="0"/>
      <dgm:spPr/>
    </dgm:pt>
    <dgm:pt modelId="{BA9EE315-EAE4-49B6-BBD2-49E68ABD2366}" type="pres">
      <dgm:prSet presAssocID="{126B0071-C971-43D0-9262-7AE18E7AF922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24082675-370C-40A7-9F28-BD2713A32097}" type="presOf" srcId="{64824C79-1261-4214-87B3-A4FD4DE37B16}" destId="{DAE6EBBF-E15B-4FDF-8B02-4C1FA6A084B5}" srcOrd="0" destOrd="0" presId="urn:microsoft.com/office/officeart/2005/8/layout/list1"/>
    <dgm:cxn modelId="{A8EB2B15-85DD-460F-A58C-3F6E5C4EF984}" type="presOf" srcId="{2A3D2811-0A46-4737-B886-D164154440B3}" destId="{CD567CAB-52BC-421C-97EE-F43E141536DD}" srcOrd="1" destOrd="0" presId="urn:microsoft.com/office/officeart/2005/8/layout/list1"/>
    <dgm:cxn modelId="{7078F181-5CB6-4C2F-8B46-06D3CB29C3B8}" srcId="{64824C79-1261-4214-87B3-A4FD4DE37B16}" destId="{1F6E3745-F4B3-4469-9FA2-224683156773}" srcOrd="0" destOrd="0" parTransId="{3D61398F-650C-40DD-82F1-D51793899D46}" sibTransId="{90A70FAA-70C1-470C-B3E8-EA5E08A92BAD}"/>
    <dgm:cxn modelId="{13F4FFA8-E12F-4D8F-8BE7-E9DCE3D0FB7E}" type="presOf" srcId="{1F6E3745-F4B3-4469-9FA2-224683156773}" destId="{0EC1193E-E0BA-4D87-9664-40BDC13708DF}" srcOrd="1" destOrd="0" presId="urn:microsoft.com/office/officeart/2005/8/layout/list1"/>
    <dgm:cxn modelId="{B25736F7-E886-4E63-BE82-C85697B9F5D7}" type="presOf" srcId="{B64B4FDE-5B9E-42E3-9543-457ECE0D38F8}" destId="{AA975983-3C50-49D1-992B-C14769092B96}" srcOrd="1" destOrd="0" presId="urn:microsoft.com/office/officeart/2005/8/layout/list1"/>
    <dgm:cxn modelId="{5022C7DF-0A36-4450-95A4-BD9D30F848A8}" srcId="{64824C79-1261-4214-87B3-A4FD4DE37B16}" destId="{126B0071-C971-43D0-9262-7AE18E7AF922}" srcOrd="3" destOrd="0" parTransId="{02ECF347-5E17-424B-BE12-2EF53BC2DD6B}" sibTransId="{571A0833-80B4-46B5-A0D2-251E4B763948}"/>
    <dgm:cxn modelId="{B2502723-D7D3-41E9-986B-D93A0915EDD7}" type="presOf" srcId="{126B0071-C971-43D0-9262-7AE18E7AF922}" destId="{72E19B7A-DD43-4AA2-AF99-3DC5A0F54203}" srcOrd="1" destOrd="0" presId="urn:microsoft.com/office/officeart/2005/8/layout/list1"/>
    <dgm:cxn modelId="{9DE3FE64-3015-4DB7-9CCA-A075D1DE1262}" srcId="{64824C79-1261-4214-87B3-A4FD4DE37B16}" destId="{2A3D2811-0A46-4737-B886-D164154440B3}" srcOrd="1" destOrd="0" parTransId="{1846F08A-E42E-447B-8BF3-C6F47673B32C}" sibTransId="{3DBAF404-C10C-4C85-8DA8-7C593124F500}"/>
    <dgm:cxn modelId="{57AD6386-B4CE-4C29-A5F9-C3B95D58881E}" srcId="{64824C79-1261-4214-87B3-A4FD4DE37B16}" destId="{B64B4FDE-5B9E-42E3-9543-457ECE0D38F8}" srcOrd="2" destOrd="0" parTransId="{138B1FE4-AC2E-4CAD-9C10-14EA5576581C}" sibTransId="{2FF27770-F4F4-4638-82C8-6EC19432F51C}"/>
    <dgm:cxn modelId="{4FF43B0B-931A-40C6-B13D-7764B5D1075D}" type="presOf" srcId="{2A3D2811-0A46-4737-B886-D164154440B3}" destId="{B51FC04B-16D8-42BC-8407-6ECD6701096F}" srcOrd="0" destOrd="0" presId="urn:microsoft.com/office/officeart/2005/8/layout/list1"/>
    <dgm:cxn modelId="{732D03D4-8FE7-4407-B055-1DBF1A282973}" type="presOf" srcId="{B64B4FDE-5B9E-42E3-9543-457ECE0D38F8}" destId="{566D5A47-3699-43CE-B566-3ADBE27BAF25}" srcOrd="0" destOrd="0" presId="urn:microsoft.com/office/officeart/2005/8/layout/list1"/>
    <dgm:cxn modelId="{87EA822E-1329-4C48-A686-4F08855AEA5F}" type="presOf" srcId="{1F6E3745-F4B3-4469-9FA2-224683156773}" destId="{81A9F391-89DB-4CC9-B3C5-9154DCAC84D5}" srcOrd="0" destOrd="0" presId="urn:microsoft.com/office/officeart/2005/8/layout/list1"/>
    <dgm:cxn modelId="{8350C7FE-2986-4C19-9EEB-07051D3C12E1}" type="presOf" srcId="{126B0071-C971-43D0-9262-7AE18E7AF922}" destId="{6714B419-18CF-4AF2-802D-4DC923F935B4}" srcOrd="0" destOrd="0" presId="urn:microsoft.com/office/officeart/2005/8/layout/list1"/>
    <dgm:cxn modelId="{F1D9F092-9AE0-498B-A594-0442AAF7B362}" type="presParOf" srcId="{DAE6EBBF-E15B-4FDF-8B02-4C1FA6A084B5}" destId="{DD30DCEF-448B-410F-A550-4FA2DBF07DD9}" srcOrd="0" destOrd="0" presId="urn:microsoft.com/office/officeart/2005/8/layout/list1"/>
    <dgm:cxn modelId="{3C64E43D-D32F-4351-AB62-BA0A32956CE2}" type="presParOf" srcId="{DD30DCEF-448B-410F-A550-4FA2DBF07DD9}" destId="{81A9F391-89DB-4CC9-B3C5-9154DCAC84D5}" srcOrd="0" destOrd="0" presId="urn:microsoft.com/office/officeart/2005/8/layout/list1"/>
    <dgm:cxn modelId="{41C1C231-1CFC-407A-87CE-39A80C86F7AF}" type="presParOf" srcId="{DD30DCEF-448B-410F-A550-4FA2DBF07DD9}" destId="{0EC1193E-E0BA-4D87-9664-40BDC13708DF}" srcOrd="1" destOrd="0" presId="urn:microsoft.com/office/officeart/2005/8/layout/list1"/>
    <dgm:cxn modelId="{6A9BE615-8574-4A51-ABE3-908060095093}" type="presParOf" srcId="{DAE6EBBF-E15B-4FDF-8B02-4C1FA6A084B5}" destId="{46F67364-0056-4ADF-AAF6-C1745CD8C65C}" srcOrd="1" destOrd="0" presId="urn:microsoft.com/office/officeart/2005/8/layout/list1"/>
    <dgm:cxn modelId="{2B82C694-F5A6-45AA-A139-1E23A27A8C06}" type="presParOf" srcId="{DAE6EBBF-E15B-4FDF-8B02-4C1FA6A084B5}" destId="{8366179E-0FFB-4B59-820B-EB59F4DC8BB8}" srcOrd="2" destOrd="0" presId="urn:microsoft.com/office/officeart/2005/8/layout/list1"/>
    <dgm:cxn modelId="{3CD38D2C-A3C8-4D1D-AB6B-BC74D04B7CA1}" type="presParOf" srcId="{DAE6EBBF-E15B-4FDF-8B02-4C1FA6A084B5}" destId="{CA1CE2D0-70CD-427C-B4D7-2882E53240DF}" srcOrd="3" destOrd="0" presId="urn:microsoft.com/office/officeart/2005/8/layout/list1"/>
    <dgm:cxn modelId="{78C4AE04-F90D-48C0-9A0D-A36B5D5D5A00}" type="presParOf" srcId="{DAE6EBBF-E15B-4FDF-8B02-4C1FA6A084B5}" destId="{C5AE0138-7DE0-4BFB-9D19-6169CA6819D9}" srcOrd="4" destOrd="0" presId="urn:microsoft.com/office/officeart/2005/8/layout/list1"/>
    <dgm:cxn modelId="{FB2A13DA-9447-4F75-BC1D-7EFB4B0E5E1E}" type="presParOf" srcId="{C5AE0138-7DE0-4BFB-9D19-6169CA6819D9}" destId="{B51FC04B-16D8-42BC-8407-6ECD6701096F}" srcOrd="0" destOrd="0" presId="urn:microsoft.com/office/officeart/2005/8/layout/list1"/>
    <dgm:cxn modelId="{0A9CC3DA-9423-4CE8-9966-3237FDA0EA1C}" type="presParOf" srcId="{C5AE0138-7DE0-4BFB-9D19-6169CA6819D9}" destId="{CD567CAB-52BC-421C-97EE-F43E141536DD}" srcOrd="1" destOrd="0" presId="urn:microsoft.com/office/officeart/2005/8/layout/list1"/>
    <dgm:cxn modelId="{146B3556-3BD5-4F1B-B30C-942AB4FC6E31}" type="presParOf" srcId="{DAE6EBBF-E15B-4FDF-8B02-4C1FA6A084B5}" destId="{7D409156-4746-4AC3-BAE5-3F00EF7A3F16}" srcOrd="5" destOrd="0" presId="urn:microsoft.com/office/officeart/2005/8/layout/list1"/>
    <dgm:cxn modelId="{FBD6960A-70BE-4844-A02A-962FE0189AD8}" type="presParOf" srcId="{DAE6EBBF-E15B-4FDF-8B02-4C1FA6A084B5}" destId="{BF3D7552-3FBD-4168-904B-3EBCA7E05959}" srcOrd="6" destOrd="0" presId="urn:microsoft.com/office/officeart/2005/8/layout/list1"/>
    <dgm:cxn modelId="{769F9B60-38E2-4B8F-A1D0-B6D4F67EBAE5}" type="presParOf" srcId="{DAE6EBBF-E15B-4FDF-8B02-4C1FA6A084B5}" destId="{E111BF93-33E8-4FD4-9DE7-2DFCE5F75D5A}" srcOrd="7" destOrd="0" presId="urn:microsoft.com/office/officeart/2005/8/layout/list1"/>
    <dgm:cxn modelId="{EF578247-EA42-487D-B0C0-BC8706F41677}" type="presParOf" srcId="{DAE6EBBF-E15B-4FDF-8B02-4C1FA6A084B5}" destId="{D7BD8980-EC97-4283-AB41-91F2FFF3FFBB}" srcOrd="8" destOrd="0" presId="urn:microsoft.com/office/officeart/2005/8/layout/list1"/>
    <dgm:cxn modelId="{BE2FA683-ECD9-4CFD-B34B-1A5ED91A6933}" type="presParOf" srcId="{D7BD8980-EC97-4283-AB41-91F2FFF3FFBB}" destId="{566D5A47-3699-43CE-B566-3ADBE27BAF25}" srcOrd="0" destOrd="0" presId="urn:microsoft.com/office/officeart/2005/8/layout/list1"/>
    <dgm:cxn modelId="{BDD9DAD5-1947-449B-9CA5-5681D3D871E3}" type="presParOf" srcId="{D7BD8980-EC97-4283-AB41-91F2FFF3FFBB}" destId="{AA975983-3C50-49D1-992B-C14769092B96}" srcOrd="1" destOrd="0" presId="urn:microsoft.com/office/officeart/2005/8/layout/list1"/>
    <dgm:cxn modelId="{8707E5EB-972E-41F4-A5A7-B5AD75524BD5}" type="presParOf" srcId="{DAE6EBBF-E15B-4FDF-8B02-4C1FA6A084B5}" destId="{2C75AA2C-4E61-4F84-BDC8-D763D3B47DFC}" srcOrd="9" destOrd="0" presId="urn:microsoft.com/office/officeart/2005/8/layout/list1"/>
    <dgm:cxn modelId="{928F80FB-6868-4E1F-B2C6-91B03F47AC7C}" type="presParOf" srcId="{DAE6EBBF-E15B-4FDF-8B02-4C1FA6A084B5}" destId="{E7074949-89FC-4B97-8D3E-E1CCC6E1AFCA}" srcOrd="10" destOrd="0" presId="urn:microsoft.com/office/officeart/2005/8/layout/list1"/>
    <dgm:cxn modelId="{CB081930-8DF2-4866-8106-38AC4F7D6D2A}" type="presParOf" srcId="{DAE6EBBF-E15B-4FDF-8B02-4C1FA6A084B5}" destId="{667E36D8-BDD9-4B17-A7D6-3DE40F726BBD}" srcOrd="11" destOrd="0" presId="urn:microsoft.com/office/officeart/2005/8/layout/list1"/>
    <dgm:cxn modelId="{082DDC02-E39A-4A50-9BF6-7F4A12FDC556}" type="presParOf" srcId="{DAE6EBBF-E15B-4FDF-8B02-4C1FA6A084B5}" destId="{84CE654D-E5DE-453B-A45C-E5DC3B02A0C9}" srcOrd="12" destOrd="0" presId="urn:microsoft.com/office/officeart/2005/8/layout/list1"/>
    <dgm:cxn modelId="{CC365817-96A2-4935-8C9B-13C2B37AC43A}" type="presParOf" srcId="{84CE654D-E5DE-453B-A45C-E5DC3B02A0C9}" destId="{6714B419-18CF-4AF2-802D-4DC923F935B4}" srcOrd="0" destOrd="0" presId="urn:microsoft.com/office/officeart/2005/8/layout/list1"/>
    <dgm:cxn modelId="{6D624F5C-1191-4899-A015-F2CA351A803D}" type="presParOf" srcId="{84CE654D-E5DE-453B-A45C-E5DC3B02A0C9}" destId="{72E19B7A-DD43-4AA2-AF99-3DC5A0F54203}" srcOrd="1" destOrd="0" presId="urn:microsoft.com/office/officeart/2005/8/layout/list1"/>
    <dgm:cxn modelId="{F6B069EC-2D3A-4472-8AB3-729685DA92E2}" type="presParOf" srcId="{DAE6EBBF-E15B-4FDF-8B02-4C1FA6A084B5}" destId="{C5D5E5AC-2167-4BAB-9245-C3F7A256B948}" srcOrd="13" destOrd="0" presId="urn:microsoft.com/office/officeart/2005/8/layout/list1"/>
    <dgm:cxn modelId="{DE4C2155-7FF0-4573-BF68-C0DB849A0CDE}" type="presParOf" srcId="{DAE6EBBF-E15B-4FDF-8B02-4C1FA6A084B5}" destId="{BA9EE315-EAE4-49B6-BBD2-49E68ABD2366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C1C24AD-A984-4EC4-BE99-45DFAB127DF5}" type="doc">
      <dgm:prSet loTypeId="urn:microsoft.com/office/officeart/2005/8/layout/vList2" loCatId="list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th-TH"/>
        </a:p>
      </dgm:t>
    </dgm:pt>
    <dgm:pt modelId="{A090C899-823D-494C-BB23-C44BAEEA20CD}">
      <dgm:prSet phldrT="[ข้อความ]" custT="1"/>
      <dgm:spPr/>
      <dgm:t>
        <a:bodyPr/>
        <a:lstStyle/>
        <a:p>
          <a:r>
            <a:rPr lang="th-TH" sz="24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การจัดการ (</a:t>
          </a:r>
          <a:r>
            <a:rPr lang="en-US" sz="24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Taking</a:t>
          </a:r>
          <a:r>
            <a:rPr lang="th-TH" sz="24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) </a:t>
          </a:r>
          <a:endParaRPr lang="th-TH" sz="24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9DA3F6BF-C8F6-4655-B24A-AA11AD879109}" type="parTrans" cxnId="{F8044B94-B8E6-4CC0-9361-CD024E11C2CC}">
      <dgm:prSet/>
      <dgm:spPr/>
      <dgm:t>
        <a:bodyPr/>
        <a:lstStyle/>
        <a:p>
          <a:endParaRPr lang="th-TH"/>
        </a:p>
      </dgm:t>
    </dgm:pt>
    <dgm:pt modelId="{867D0B45-651C-4BF1-9751-87BC7DA40791}" type="sibTrans" cxnId="{F8044B94-B8E6-4CC0-9361-CD024E11C2CC}">
      <dgm:prSet/>
      <dgm:spPr/>
      <dgm:t>
        <a:bodyPr/>
        <a:lstStyle/>
        <a:p>
          <a:endParaRPr lang="th-TH"/>
        </a:p>
      </dgm:t>
    </dgm:pt>
    <dgm:pt modelId="{D76E1ED6-CAC2-437C-8884-A5C1135F245B}">
      <dgm:prSet phldrT="[ข้อความ]" custT="1"/>
      <dgm:spPr/>
      <dgm:t>
        <a:bodyPr/>
        <a:lstStyle/>
        <a:p>
          <a:r>
            <a:rPr lang="th-TH" sz="20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กระทำโดยบุคคลผู้เก็บพยานวัตถุเพื่อจำแนกพยานวัตถุในสถานที่เกิดเหตุ โดยการทำตำหนิ ระบุวัน เดือน ปี เวลาที่เก็บ พร้อมทั้งรายละเอียดต่าง ๆ ของพยานวัตถุนั้นจากสถานที่เกิดเหตุจริง</a:t>
          </a:r>
          <a:endParaRPr lang="th-TH" sz="20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ED7803E8-A93F-41F3-ACC9-C9C3E89908F7}" type="parTrans" cxnId="{14003F98-9BBF-40AA-BE69-53C2E5D164A2}">
      <dgm:prSet/>
      <dgm:spPr/>
      <dgm:t>
        <a:bodyPr/>
        <a:lstStyle/>
        <a:p>
          <a:endParaRPr lang="th-TH"/>
        </a:p>
      </dgm:t>
    </dgm:pt>
    <dgm:pt modelId="{36C3E1F6-FBF9-47B5-9C6A-42A5B0DE024B}" type="sibTrans" cxnId="{14003F98-9BBF-40AA-BE69-53C2E5D164A2}">
      <dgm:prSet/>
      <dgm:spPr/>
      <dgm:t>
        <a:bodyPr/>
        <a:lstStyle/>
        <a:p>
          <a:endParaRPr lang="th-TH"/>
        </a:p>
      </dgm:t>
    </dgm:pt>
    <dgm:pt modelId="{53EB6439-FA68-4A4A-9D83-D8C7DF14A750}">
      <dgm:prSet phldrT="[ข้อความ]" custT="1"/>
      <dgm:spPr/>
      <dgm:t>
        <a:bodyPr/>
        <a:lstStyle/>
        <a:p>
          <a:r>
            <a:rPr lang="th-TH" sz="24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การเก็บ (</a:t>
          </a:r>
          <a:r>
            <a:rPr lang="en-US" sz="24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Keeping</a:t>
          </a:r>
          <a:r>
            <a:rPr lang="th-TH" sz="24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) </a:t>
          </a:r>
          <a:endParaRPr lang="th-TH" sz="24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C7B7124A-A4DC-44EB-933C-CC8084999036}" type="parTrans" cxnId="{9B597BF6-4498-4433-8BB6-7BAC328CA0E0}">
      <dgm:prSet/>
      <dgm:spPr/>
      <dgm:t>
        <a:bodyPr/>
        <a:lstStyle/>
        <a:p>
          <a:endParaRPr lang="th-TH"/>
        </a:p>
      </dgm:t>
    </dgm:pt>
    <dgm:pt modelId="{B799E797-5D6B-4486-A817-9BDEDB19D9D1}" type="sibTrans" cxnId="{9B597BF6-4498-4433-8BB6-7BAC328CA0E0}">
      <dgm:prSet/>
      <dgm:spPr/>
      <dgm:t>
        <a:bodyPr/>
        <a:lstStyle/>
        <a:p>
          <a:endParaRPr lang="th-TH"/>
        </a:p>
      </dgm:t>
    </dgm:pt>
    <dgm:pt modelId="{C76BD4F9-961C-44FE-9DDD-036C1353E178}">
      <dgm:prSet phldrT="[ข้อความ]" custT="1"/>
      <dgm:spPr/>
      <dgm:t>
        <a:bodyPr/>
        <a:lstStyle/>
        <a:p>
          <a:r>
            <a:rPr lang="th-TH" sz="24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การขนส่ง (</a:t>
          </a:r>
          <a:r>
            <a:rPr lang="en-US" sz="24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Transporting</a:t>
          </a:r>
          <a:r>
            <a:rPr lang="th-TH" sz="24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) </a:t>
          </a:r>
          <a:endParaRPr lang="th-TH" sz="24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B7FC5100-0A02-431F-A3F5-E4A7B8035EB5}" type="parTrans" cxnId="{2C8F51AA-6504-470C-B648-EC8A333567F1}">
      <dgm:prSet/>
      <dgm:spPr/>
      <dgm:t>
        <a:bodyPr/>
        <a:lstStyle/>
        <a:p>
          <a:endParaRPr lang="th-TH"/>
        </a:p>
      </dgm:t>
    </dgm:pt>
    <dgm:pt modelId="{9A302B94-31C6-4CA6-9341-EF40F8C1D6A2}" type="sibTrans" cxnId="{2C8F51AA-6504-470C-B648-EC8A333567F1}">
      <dgm:prSet/>
      <dgm:spPr/>
      <dgm:t>
        <a:bodyPr/>
        <a:lstStyle/>
        <a:p>
          <a:endParaRPr lang="th-TH"/>
        </a:p>
      </dgm:t>
    </dgm:pt>
    <dgm:pt modelId="{72C67CD3-4543-42D4-B7BC-8C4A0C27C662}">
      <dgm:prSet phldrT="[ข้อความ]" custT="1"/>
      <dgm:spPr/>
      <dgm:t>
        <a:bodyPr/>
        <a:lstStyle/>
        <a:p>
          <a:r>
            <a:rPr lang="th-TH" sz="24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การส่งมอบ (</a:t>
          </a:r>
          <a:r>
            <a:rPr lang="en-US" sz="24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Delivering</a:t>
          </a:r>
          <a:r>
            <a:rPr lang="th-TH" sz="24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) </a:t>
          </a:r>
          <a:endParaRPr lang="th-TH" sz="24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0322D24F-F00C-4F67-8356-A08308BDCCC7}" type="parTrans" cxnId="{9B3CFA7F-46D6-449C-9F0B-B0DBD9A6CF79}">
      <dgm:prSet/>
      <dgm:spPr/>
      <dgm:t>
        <a:bodyPr/>
        <a:lstStyle/>
        <a:p>
          <a:endParaRPr lang="th-TH"/>
        </a:p>
      </dgm:t>
    </dgm:pt>
    <dgm:pt modelId="{08E0BA68-A517-468D-8064-13228B83B809}" type="sibTrans" cxnId="{9B3CFA7F-46D6-449C-9F0B-B0DBD9A6CF79}">
      <dgm:prSet/>
      <dgm:spPr/>
      <dgm:t>
        <a:bodyPr/>
        <a:lstStyle/>
        <a:p>
          <a:endParaRPr lang="th-TH"/>
        </a:p>
      </dgm:t>
    </dgm:pt>
    <dgm:pt modelId="{EEEE10CB-4078-4CC4-BCEE-C3CE4F8062A3}">
      <dgm:prSet phldrT="[ข้อความ]" custT="1"/>
      <dgm:spPr/>
      <dgm:t>
        <a:bodyPr/>
        <a:lstStyle/>
        <a:p>
          <a:r>
            <a:rPr lang="th-TH" sz="20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พิสูจน์ให้เห็นว่าการเก็บและครอบครองพยานวัตถุได้กระทำอย่างเหมาะสม เพื่อไม่ให้เกิดการปนเปื้อนหรือผิดพลาดขึ้น วิธีการที่ดีที่สุด คือแสดงให้เห็นว่าพยานวัตถุนั้นได้ถูกเก็บอย่างถูกต้องตามหลักวิชาการ มีการแยกเก็บและจำกัดให้เกี่ยวข้องได้เฉพาะผู้ที่จำเป็นเท่านั้น </a:t>
          </a:r>
          <a:endParaRPr lang="th-TH" sz="20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027EF2C3-E058-49F1-B25F-BD0C889E9AF0}" type="parTrans" cxnId="{170706F6-1836-4CAD-A77A-F3EFFE95122D}">
      <dgm:prSet/>
      <dgm:spPr/>
      <dgm:t>
        <a:bodyPr/>
        <a:lstStyle/>
        <a:p>
          <a:endParaRPr lang="th-TH"/>
        </a:p>
      </dgm:t>
    </dgm:pt>
    <dgm:pt modelId="{304ACC41-9A1A-443C-843A-5912E31D09E7}" type="sibTrans" cxnId="{170706F6-1836-4CAD-A77A-F3EFFE95122D}">
      <dgm:prSet/>
      <dgm:spPr/>
      <dgm:t>
        <a:bodyPr/>
        <a:lstStyle/>
        <a:p>
          <a:endParaRPr lang="th-TH"/>
        </a:p>
      </dgm:t>
    </dgm:pt>
    <dgm:pt modelId="{C6F72167-8655-4EE4-BC89-D061571148D8}">
      <dgm:prSet phldrT="[ข้อความ]" custT="1"/>
      <dgm:spPr/>
      <dgm:t>
        <a:bodyPr/>
        <a:lstStyle/>
        <a:p>
          <a:r>
            <a:rPr lang="th-TH" sz="20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การขนส่งวัตถุพยานทุกครั้ง จะต้องมีความรัดกุมและแสดงให้เห็นว่า ไม่เกิดการสับสนกับของกลางหรือพยานวัตถุอื่น ๆ รวมถึงแสดงให้เห็นถึงว่า พยานวัตถุนั้นได้ถูกบรรจุ หีบห่อ ปิดผนึก และติดฉลากได้อย่างเหมาะสม</a:t>
          </a:r>
          <a:endParaRPr lang="th-TH" sz="20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745526CC-E961-489F-AA01-4A9F5A2EC9C1}" type="parTrans" cxnId="{BE391E4E-A0AF-49C4-B6AA-20092C6C3942}">
      <dgm:prSet/>
      <dgm:spPr/>
      <dgm:t>
        <a:bodyPr/>
        <a:lstStyle/>
        <a:p>
          <a:endParaRPr lang="th-TH"/>
        </a:p>
      </dgm:t>
    </dgm:pt>
    <dgm:pt modelId="{EB1C79F6-EABD-4B59-A0AA-022431E63A78}" type="sibTrans" cxnId="{BE391E4E-A0AF-49C4-B6AA-20092C6C3942}">
      <dgm:prSet/>
      <dgm:spPr/>
      <dgm:t>
        <a:bodyPr/>
        <a:lstStyle/>
        <a:p>
          <a:endParaRPr lang="th-TH"/>
        </a:p>
      </dgm:t>
    </dgm:pt>
    <dgm:pt modelId="{7AFA9FB0-8ED2-4293-8158-33ECD52DF1D4}">
      <dgm:prSet phldrT="[ข้อความ]" custT="1"/>
      <dgm:spPr/>
      <dgm:t>
        <a:bodyPr/>
        <a:lstStyle/>
        <a:p>
          <a:r>
            <a:rPr lang="th-TH" sz="20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เป็นการตรวจพิสูจน์ว่า ของกลางได้ส่งมอบให้แก่ผู้รับ (เจ้าหน้าที่ผู้ชำนาญในห้องปฏิบัติการ แพทย์ หรือหน่วยงานอื่น) อย่างถูกต้องและเหมาะสม โดยมีหลักฐาน แสดงวัน เดือน ปี เวลา ที่รับของกลาง รายละเอียดของของกลาง และให้ผู้รับลงลายมือชื่อ พร้อมทั้ง วัน เวลา ไว้ในสำเนาหนังสือนำส่ง</a:t>
          </a:r>
          <a:endParaRPr lang="th-TH" sz="20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2C539ECC-A796-40BB-ACE6-DF8C9AAB49D4}" type="parTrans" cxnId="{A9311A86-F6F5-4153-90A8-87401F150BE8}">
      <dgm:prSet/>
      <dgm:spPr/>
      <dgm:t>
        <a:bodyPr/>
        <a:lstStyle/>
        <a:p>
          <a:endParaRPr lang="th-TH"/>
        </a:p>
      </dgm:t>
    </dgm:pt>
    <dgm:pt modelId="{ED1F869B-2D58-45C5-9BEA-E71D9A45F56E}" type="sibTrans" cxnId="{A9311A86-F6F5-4153-90A8-87401F150BE8}">
      <dgm:prSet/>
      <dgm:spPr/>
      <dgm:t>
        <a:bodyPr/>
        <a:lstStyle/>
        <a:p>
          <a:endParaRPr lang="th-TH"/>
        </a:p>
      </dgm:t>
    </dgm:pt>
    <dgm:pt modelId="{58258CA6-BDF1-4C1D-ADCE-220B6DC69D03}" type="pres">
      <dgm:prSet presAssocID="{5C1C24AD-A984-4EC4-BE99-45DFAB127DF5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th-TH"/>
        </a:p>
      </dgm:t>
    </dgm:pt>
    <dgm:pt modelId="{F21451AD-0E0E-4CFA-AC87-7D0277FE289A}" type="pres">
      <dgm:prSet presAssocID="{A090C899-823D-494C-BB23-C44BAEEA20CD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74F7FEB6-8A7B-4852-8691-E49744208643}" type="pres">
      <dgm:prSet presAssocID="{A090C899-823D-494C-BB23-C44BAEEA20CD}" presName="childText" presStyleLbl="revTx" presStyleIdx="0" presStyleCnt="4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371DA171-5932-4401-95F7-D88D25F6A8CB}" type="pres">
      <dgm:prSet presAssocID="{53EB6439-FA68-4A4A-9D83-D8C7DF14A750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4981BBBC-A6E4-4D0E-83F4-C7DF8F1072B8}" type="pres">
      <dgm:prSet presAssocID="{53EB6439-FA68-4A4A-9D83-D8C7DF14A750}" presName="childText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18D3DF63-128A-45B5-A0DD-C8196CCE9991}" type="pres">
      <dgm:prSet presAssocID="{C76BD4F9-961C-44FE-9DDD-036C1353E178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89AA0754-5FF1-4929-9CD5-C3E22D76D57D}" type="pres">
      <dgm:prSet presAssocID="{C76BD4F9-961C-44FE-9DDD-036C1353E178}" presName="childText" presStyleLbl="revTx" presStyleIdx="2" presStyleCnt="4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7E07EE0D-6362-4297-9DA7-867DB140EBED}" type="pres">
      <dgm:prSet presAssocID="{72C67CD3-4543-42D4-B7BC-8C4A0C27C662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240F0CED-833E-4166-B1F6-8090FE0A5EE4}" type="pres">
      <dgm:prSet presAssocID="{72C67CD3-4543-42D4-B7BC-8C4A0C27C662}" presName="childText" presStyleLbl="revTx" presStyleIdx="3" presStyleCnt="4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</dgm:ptLst>
  <dgm:cxnLst>
    <dgm:cxn modelId="{A9311A86-F6F5-4153-90A8-87401F150BE8}" srcId="{72C67CD3-4543-42D4-B7BC-8C4A0C27C662}" destId="{7AFA9FB0-8ED2-4293-8158-33ECD52DF1D4}" srcOrd="0" destOrd="0" parTransId="{2C539ECC-A796-40BB-ACE6-DF8C9AAB49D4}" sibTransId="{ED1F869B-2D58-45C5-9BEA-E71D9A45F56E}"/>
    <dgm:cxn modelId="{9B3CFA7F-46D6-449C-9F0B-B0DBD9A6CF79}" srcId="{5C1C24AD-A984-4EC4-BE99-45DFAB127DF5}" destId="{72C67CD3-4543-42D4-B7BC-8C4A0C27C662}" srcOrd="3" destOrd="0" parTransId="{0322D24F-F00C-4F67-8356-A08308BDCCC7}" sibTransId="{08E0BA68-A517-468D-8064-13228B83B809}"/>
    <dgm:cxn modelId="{141C0CA2-6A1A-4ED8-82CE-E8F214EAC4F9}" type="presOf" srcId="{C76BD4F9-961C-44FE-9DDD-036C1353E178}" destId="{18D3DF63-128A-45B5-A0DD-C8196CCE9991}" srcOrd="0" destOrd="0" presId="urn:microsoft.com/office/officeart/2005/8/layout/vList2"/>
    <dgm:cxn modelId="{F8044B94-B8E6-4CC0-9361-CD024E11C2CC}" srcId="{5C1C24AD-A984-4EC4-BE99-45DFAB127DF5}" destId="{A090C899-823D-494C-BB23-C44BAEEA20CD}" srcOrd="0" destOrd="0" parTransId="{9DA3F6BF-C8F6-4655-B24A-AA11AD879109}" sibTransId="{867D0B45-651C-4BF1-9751-87BC7DA40791}"/>
    <dgm:cxn modelId="{E1E323C4-C5D4-4C86-84DA-B1BD53CEF993}" type="presOf" srcId="{D76E1ED6-CAC2-437C-8884-A5C1135F245B}" destId="{74F7FEB6-8A7B-4852-8691-E49744208643}" srcOrd="0" destOrd="0" presId="urn:microsoft.com/office/officeart/2005/8/layout/vList2"/>
    <dgm:cxn modelId="{2C8F51AA-6504-470C-B648-EC8A333567F1}" srcId="{5C1C24AD-A984-4EC4-BE99-45DFAB127DF5}" destId="{C76BD4F9-961C-44FE-9DDD-036C1353E178}" srcOrd="2" destOrd="0" parTransId="{B7FC5100-0A02-431F-A3F5-E4A7B8035EB5}" sibTransId="{9A302B94-31C6-4CA6-9341-EF40F8C1D6A2}"/>
    <dgm:cxn modelId="{D8447BD3-1C0A-4AE1-8D6F-DD20CE3DB88C}" type="presOf" srcId="{7AFA9FB0-8ED2-4293-8158-33ECD52DF1D4}" destId="{240F0CED-833E-4166-B1F6-8090FE0A5EE4}" srcOrd="0" destOrd="0" presId="urn:microsoft.com/office/officeart/2005/8/layout/vList2"/>
    <dgm:cxn modelId="{BE391E4E-A0AF-49C4-B6AA-20092C6C3942}" srcId="{C76BD4F9-961C-44FE-9DDD-036C1353E178}" destId="{C6F72167-8655-4EE4-BC89-D061571148D8}" srcOrd="0" destOrd="0" parTransId="{745526CC-E961-489F-AA01-4A9F5A2EC9C1}" sibTransId="{EB1C79F6-EABD-4B59-A0AA-022431E63A78}"/>
    <dgm:cxn modelId="{D29AED5D-ED45-415E-9527-6A478150CBEA}" type="presOf" srcId="{C6F72167-8655-4EE4-BC89-D061571148D8}" destId="{89AA0754-5FF1-4929-9CD5-C3E22D76D57D}" srcOrd="0" destOrd="0" presId="urn:microsoft.com/office/officeart/2005/8/layout/vList2"/>
    <dgm:cxn modelId="{9B597BF6-4498-4433-8BB6-7BAC328CA0E0}" srcId="{5C1C24AD-A984-4EC4-BE99-45DFAB127DF5}" destId="{53EB6439-FA68-4A4A-9D83-D8C7DF14A750}" srcOrd="1" destOrd="0" parTransId="{C7B7124A-A4DC-44EB-933C-CC8084999036}" sibTransId="{B799E797-5D6B-4486-A817-9BDEDB19D9D1}"/>
    <dgm:cxn modelId="{D9A3F52E-BBA5-418A-8A37-70006950D75E}" type="presOf" srcId="{72C67CD3-4543-42D4-B7BC-8C4A0C27C662}" destId="{7E07EE0D-6362-4297-9DA7-867DB140EBED}" srcOrd="0" destOrd="0" presId="urn:microsoft.com/office/officeart/2005/8/layout/vList2"/>
    <dgm:cxn modelId="{D362398F-BBAF-4A4A-8364-6890E7022FB1}" type="presOf" srcId="{EEEE10CB-4078-4CC4-BCEE-C3CE4F8062A3}" destId="{4981BBBC-A6E4-4D0E-83F4-C7DF8F1072B8}" srcOrd="0" destOrd="0" presId="urn:microsoft.com/office/officeart/2005/8/layout/vList2"/>
    <dgm:cxn modelId="{335FFE00-6A62-48B9-AC34-9E725B455E54}" type="presOf" srcId="{A090C899-823D-494C-BB23-C44BAEEA20CD}" destId="{F21451AD-0E0E-4CFA-AC87-7D0277FE289A}" srcOrd="0" destOrd="0" presId="urn:microsoft.com/office/officeart/2005/8/layout/vList2"/>
    <dgm:cxn modelId="{289F17EC-95E5-4953-BEED-04738B9EFA0D}" type="presOf" srcId="{5C1C24AD-A984-4EC4-BE99-45DFAB127DF5}" destId="{58258CA6-BDF1-4C1D-ADCE-220B6DC69D03}" srcOrd="0" destOrd="0" presId="urn:microsoft.com/office/officeart/2005/8/layout/vList2"/>
    <dgm:cxn modelId="{170706F6-1836-4CAD-A77A-F3EFFE95122D}" srcId="{53EB6439-FA68-4A4A-9D83-D8C7DF14A750}" destId="{EEEE10CB-4078-4CC4-BCEE-C3CE4F8062A3}" srcOrd="0" destOrd="0" parTransId="{027EF2C3-E058-49F1-B25F-BD0C889E9AF0}" sibTransId="{304ACC41-9A1A-443C-843A-5912E31D09E7}"/>
    <dgm:cxn modelId="{14003F98-9BBF-40AA-BE69-53C2E5D164A2}" srcId="{A090C899-823D-494C-BB23-C44BAEEA20CD}" destId="{D76E1ED6-CAC2-437C-8884-A5C1135F245B}" srcOrd="0" destOrd="0" parTransId="{ED7803E8-A93F-41F3-ACC9-C9C3E89908F7}" sibTransId="{36C3E1F6-FBF9-47B5-9C6A-42A5B0DE024B}"/>
    <dgm:cxn modelId="{4D261D59-7B13-4510-A23E-DBF1F06E572D}" type="presOf" srcId="{53EB6439-FA68-4A4A-9D83-D8C7DF14A750}" destId="{371DA171-5932-4401-95F7-D88D25F6A8CB}" srcOrd="0" destOrd="0" presId="urn:microsoft.com/office/officeart/2005/8/layout/vList2"/>
    <dgm:cxn modelId="{C6B2290F-B980-4A2A-B44A-5485036FA4F4}" type="presParOf" srcId="{58258CA6-BDF1-4C1D-ADCE-220B6DC69D03}" destId="{F21451AD-0E0E-4CFA-AC87-7D0277FE289A}" srcOrd="0" destOrd="0" presId="urn:microsoft.com/office/officeart/2005/8/layout/vList2"/>
    <dgm:cxn modelId="{B7E59417-A267-42EF-A7F6-CC26E6C4E05C}" type="presParOf" srcId="{58258CA6-BDF1-4C1D-ADCE-220B6DC69D03}" destId="{74F7FEB6-8A7B-4852-8691-E49744208643}" srcOrd="1" destOrd="0" presId="urn:microsoft.com/office/officeart/2005/8/layout/vList2"/>
    <dgm:cxn modelId="{7C47B0B0-756B-485F-883B-B52DDCF463E2}" type="presParOf" srcId="{58258CA6-BDF1-4C1D-ADCE-220B6DC69D03}" destId="{371DA171-5932-4401-95F7-D88D25F6A8CB}" srcOrd="2" destOrd="0" presId="urn:microsoft.com/office/officeart/2005/8/layout/vList2"/>
    <dgm:cxn modelId="{7BD405E6-7058-4C19-B553-B4D84655DDC5}" type="presParOf" srcId="{58258CA6-BDF1-4C1D-ADCE-220B6DC69D03}" destId="{4981BBBC-A6E4-4D0E-83F4-C7DF8F1072B8}" srcOrd="3" destOrd="0" presId="urn:microsoft.com/office/officeart/2005/8/layout/vList2"/>
    <dgm:cxn modelId="{7B9E1C3D-25AD-4E61-82BC-3375047F8DCE}" type="presParOf" srcId="{58258CA6-BDF1-4C1D-ADCE-220B6DC69D03}" destId="{18D3DF63-128A-45B5-A0DD-C8196CCE9991}" srcOrd="4" destOrd="0" presId="urn:microsoft.com/office/officeart/2005/8/layout/vList2"/>
    <dgm:cxn modelId="{AA375593-1DD4-43CE-BAC9-2A9C452A63E4}" type="presParOf" srcId="{58258CA6-BDF1-4C1D-ADCE-220B6DC69D03}" destId="{89AA0754-5FF1-4929-9CD5-C3E22D76D57D}" srcOrd="5" destOrd="0" presId="urn:microsoft.com/office/officeart/2005/8/layout/vList2"/>
    <dgm:cxn modelId="{6C757B5F-31EA-4F68-8744-D531C70A4A1A}" type="presParOf" srcId="{58258CA6-BDF1-4C1D-ADCE-220B6DC69D03}" destId="{7E07EE0D-6362-4297-9DA7-867DB140EBED}" srcOrd="6" destOrd="0" presId="urn:microsoft.com/office/officeart/2005/8/layout/vList2"/>
    <dgm:cxn modelId="{F3EBA65E-B00B-4FEC-835E-5278B86B7B97}" type="presParOf" srcId="{58258CA6-BDF1-4C1D-ADCE-220B6DC69D03}" destId="{240F0CED-833E-4166-B1F6-8090FE0A5EE4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2A3BF7E-FF51-4466-B6F4-5500F307FBC9}" type="doc">
      <dgm:prSet loTypeId="urn:microsoft.com/office/officeart/2005/8/layout/arrow2" loCatId="process" qsTypeId="urn:microsoft.com/office/officeart/2005/8/quickstyle/3d9" qsCatId="3D" csTypeId="urn:microsoft.com/office/officeart/2005/8/colors/colorful1#1" csCatId="colorful" phldr="1"/>
      <dgm:spPr/>
    </dgm:pt>
    <dgm:pt modelId="{78066B27-BDAF-4285-8EB6-6FB611DA857D}">
      <dgm:prSet phldrT="[ข้อความ]"/>
      <dgm:spPr/>
      <dgm:t>
        <a:bodyPr/>
        <a:lstStyle/>
        <a:p>
          <a:r>
            <a:rPr lang="th-TH" b="1" dirty="0" smtClean="0">
              <a:latin typeface="TH SarabunPSK" pitchFamily="34" charset="-34"/>
              <a:cs typeface="TH SarabunPSK" pitchFamily="34" charset="-34"/>
            </a:rPr>
            <a:t>การจัดการ</a:t>
          </a:r>
          <a:endParaRPr lang="th-TH" b="1" dirty="0">
            <a:latin typeface="TH SarabunPSK" pitchFamily="34" charset="-34"/>
            <a:cs typeface="TH SarabunPSK" pitchFamily="34" charset="-34"/>
          </a:endParaRPr>
        </a:p>
      </dgm:t>
    </dgm:pt>
    <dgm:pt modelId="{1514A44A-BD94-4811-8AAB-4C587AA1FF46}" type="parTrans" cxnId="{2183D8D9-94F5-433A-A3FC-C1B2B61A54EE}">
      <dgm:prSet/>
      <dgm:spPr/>
      <dgm:t>
        <a:bodyPr/>
        <a:lstStyle/>
        <a:p>
          <a:endParaRPr lang="th-TH"/>
        </a:p>
      </dgm:t>
    </dgm:pt>
    <dgm:pt modelId="{4E7D9057-0743-4241-B668-B39491B50844}" type="sibTrans" cxnId="{2183D8D9-94F5-433A-A3FC-C1B2B61A54EE}">
      <dgm:prSet/>
      <dgm:spPr/>
      <dgm:t>
        <a:bodyPr/>
        <a:lstStyle/>
        <a:p>
          <a:endParaRPr lang="th-TH"/>
        </a:p>
      </dgm:t>
    </dgm:pt>
    <dgm:pt modelId="{180BDFA5-245B-46EB-8B53-E0D186257797}">
      <dgm:prSet phldrT="[ข้อความ]"/>
      <dgm:spPr/>
      <dgm:t>
        <a:bodyPr/>
        <a:lstStyle/>
        <a:p>
          <a:r>
            <a:rPr lang="th-TH" b="1" dirty="0" smtClean="0">
              <a:latin typeface="TH SarabunPSK" pitchFamily="34" charset="-34"/>
              <a:cs typeface="TH SarabunPSK" pitchFamily="34" charset="-34"/>
            </a:rPr>
            <a:t>การจัดเก็บ</a:t>
          </a:r>
          <a:endParaRPr lang="th-TH" b="1" dirty="0">
            <a:latin typeface="TH SarabunPSK" pitchFamily="34" charset="-34"/>
            <a:cs typeface="TH SarabunPSK" pitchFamily="34" charset="-34"/>
          </a:endParaRPr>
        </a:p>
      </dgm:t>
    </dgm:pt>
    <dgm:pt modelId="{1D6889C5-F087-42A5-8638-8B18D296CC0E}" type="parTrans" cxnId="{CDFC3B76-B627-4D3B-933D-249EE80BD2B3}">
      <dgm:prSet/>
      <dgm:spPr/>
      <dgm:t>
        <a:bodyPr/>
        <a:lstStyle/>
        <a:p>
          <a:endParaRPr lang="th-TH"/>
        </a:p>
      </dgm:t>
    </dgm:pt>
    <dgm:pt modelId="{15F5D859-57F0-4649-A46A-F5231559D779}" type="sibTrans" cxnId="{CDFC3B76-B627-4D3B-933D-249EE80BD2B3}">
      <dgm:prSet/>
      <dgm:spPr/>
      <dgm:t>
        <a:bodyPr/>
        <a:lstStyle/>
        <a:p>
          <a:endParaRPr lang="th-TH"/>
        </a:p>
      </dgm:t>
    </dgm:pt>
    <dgm:pt modelId="{012E011D-C6D1-4175-8F7A-840BFA515116}">
      <dgm:prSet phldrT="[ข้อความ]"/>
      <dgm:spPr/>
      <dgm:t>
        <a:bodyPr/>
        <a:lstStyle/>
        <a:p>
          <a:r>
            <a:rPr lang="th-TH" b="1" dirty="0" smtClean="0">
              <a:latin typeface="TH SarabunPSK" pitchFamily="34" charset="-34"/>
              <a:cs typeface="TH SarabunPSK" pitchFamily="34" charset="-34"/>
            </a:rPr>
            <a:t>การขนส่ง</a:t>
          </a:r>
          <a:endParaRPr lang="th-TH" b="1" dirty="0">
            <a:latin typeface="TH SarabunPSK" pitchFamily="34" charset="-34"/>
            <a:cs typeface="TH SarabunPSK" pitchFamily="34" charset="-34"/>
          </a:endParaRPr>
        </a:p>
      </dgm:t>
    </dgm:pt>
    <dgm:pt modelId="{73C9EC4A-136E-4BA8-BDF4-8A94EB426331}" type="parTrans" cxnId="{8EF3A887-B62D-485F-A44A-A1391A54442D}">
      <dgm:prSet/>
      <dgm:spPr/>
      <dgm:t>
        <a:bodyPr/>
        <a:lstStyle/>
        <a:p>
          <a:endParaRPr lang="th-TH"/>
        </a:p>
      </dgm:t>
    </dgm:pt>
    <dgm:pt modelId="{4B952B9D-1054-4B1C-92D4-51A56510CD13}" type="sibTrans" cxnId="{8EF3A887-B62D-485F-A44A-A1391A54442D}">
      <dgm:prSet/>
      <dgm:spPr/>
      <dgm:t>
        <a:bodyPr/>
        <a:lstStyle/>
        <a:p>
          <a:endParaRPr lang="th-TH"/>
        </a:p>
      </dgm:t>
    </dgm:pt>
    <dgm:pt modelId="{D5920B1E-AAF4-4578-9B78-ED424A9F225F}">
      <dgm:prSet phldrT="[ข้อความ]"/>
      <dgm:spPr/>
      <dgm:t>
        <a:bodyPr/>
        <a:lstStyle/>
        <a:p>
          <a:r>
            <a:rPr lang="th-TH" b="1" dirty="0" smtClean="0">
              <a:latin typeface="TH SarabunPSK" pitchFamily="34" charset="-34"/>
              <a:cs typeface="TH SarabunPSK" pitchFamily="34" charset="-34"/>
            </a:rPr>
            <a:t>การส่งมอบ</a:t>
          </a:r>
          <a:endParaRPr lang="th-TH" b="1" dirty="0">
            <a:latin typeface="TH SarabunPSK" pitchFamily="34" charset="-34"/>
            <a:cs typeface="TH SarabunPSK" pitchFamily="34" charset="-34"/>
          </a:endParaRPr>
        </a:p>
      </dgm:t>
    </dgm:pt>
    <dgm:pt modelId="{3915C69D-1097-457C-95C4-BD9EDBA24920}" type="parTrans" cxnId="{431812A5-68E5-4FD9-AB38-5FAF75A3CD12}">
      <dgm:prSet/>
      <dgm:spPr/>
      <dgm:t>
        <a:bodyPr/>
        <a:lstStyle/>
        <a:p>
          <a:endParaRPr lang="th-TH"/>
        </a:p>
      </dgm:t>
    </dgm:pt>
    <dgm:pt modelId="{70FC0EF6-ECC2-412C-9E97-0AD8CCAB89CF}" type="sibTrans" cxnId="{431812A5-68E5-4FD9-AB38-5FAF75A3CD12}">
      <dgm:prSet/>
      <dgm:spPr/>
      <dgm:t>
        <a:bodyPr/>
        <a:lstStyle/>
        <a:p>
          <a:endParaRPr lang="th-TH"/>
        </a:p>
      </dgm:t>
    </dgm:pt>
    <dgm:pt modelId="{F71AC20E-99F7-449F-B9E1-96EDE1D7B28E}">
      <dgm:prSet phldrT="[ข้อความ]"/>
      <dgm:spPr/>
      <dgm:t>
        <a:bodyPr/>
        <a:lstStyle/>
        <a:p>
          <a:r>
            <a:rPr lang="th-TH" b="1" dirty="0" smtClean="0">
              <a:latin typeface="TH SarabunPSK" pitchFamily="34" charset="-34"/>
              <a:cs typeface="TH SarabunPSK" pitchFamily="34" charset="-34"/>
            </a:rPr>
            <a:t>ใช้ในศาล</a:t>
          </a:r>
          <a:endParaRPr lang="th-TH" b="1" dirty="0">
            <a:latin typeface="TH SarabunPSK" pitchFamily="34" charset="-34"/>
            <a:cs typeface="TH SarabunPSK" pitchFamily="34" charset="-34"/>
          </a:endParaRPr>
        </a:p>
      </dgm:t>
    </dgm:pt>
    <dgm:pt modelId="{7748FFEA-ACAC-415E-B5F7-92BF8E0C8B4B}" type="parTrans" cxnId="{DFB19A7C-A6CB-41CF-AB0A-32B54F3AAAD3}">
      <dgm:prSet/>
      <dgm:spPr/>
      <dgm:t>
        <a:bodyPr/>
        <a:lstStyle/>
        <a:p>
          <a:endParaRPr lang="th-TH"/>
        </a:p>
      </dgm:t>
    </dgm:pt>
    <dgm:pt modelId="{6D6BF6D2-527A-47BF-943E-5E76A0EB503C}" type="sibTrans" cxnId="{DFB19A7C-A6CB-41CF-AB0A-32B54F3AAAD3}">
      <dgm:prSet/>
      <dgm:spPr/>
      <dgm:t>
        <a:bodyPr/>
        <a:lstStyle/>
        <a:p>
          <a:endParaRPr lang="th-TH"/>
        </a:p>
      </dgm:t>
    </dgm:pt>
    <dgm:pt modelId="{BF94D53B-797E-4748-8482-9CAE24D9CB4D}" type="pres">
      <dgm:prSet presAssocID="{22A3BF7E-FF51-4466-B6F4-5500F307FBC9}" presName="arrowDiagram" presStyleCnt="0">
        <dgm:presLayoutVars>
          <dgm:chMax val="5"/>
          <dgm:dir/>
          <dgm:resizeHandles val="exact"/>
        </dgm:presLayoutVars>
      </dgm:prSet>
      <dgm:spPr/>
    </dgm:pt>
    <dgm:pt modelId="{4D3BF45A-51F8-4A19-9FD9-9CE6369BD188}" type="pres">
      <dgm:prSet presAssocID="{22A3BF7E-FF51-4466-B6F4-5500F307FBC9}" presName="arrow" presStyleLbl="bgShp" presStyleIdx="0" presStyleCnt="1" custLinFactNeighborY="-3058"/>
      <dgm:spPr/>
    </dgm:pt>
    <dgm:pt modelId="{9EE52F25-DCFC-4AB2-BC4D-ABD5376FB55E}" type="pres">
      <dgm:prSet presAssocID="{22A3BF7E-FF51-4466-B6F4-5500F307FBC9}" presName="arrowDiagram5" presStyleCnt="0"/>
      <dgm:spPr/>
    </dgm:pt>
    <dgm:pt modelId="{4932A977-D7DE-4E76-82F1-BD2F27B3295C}" type="pres">
      <dgm:prSet presAssocID="{78066B27-BDAF-4285-8EB6-6FB611DA857D}" presName="bullet5a" presStyleLbl="node1" presStyleIdx="0" presStyleCnt="5"/>
      <dgm:spPr/>
    </dgm:pt>
    <dgm:pt modelId="{A6D0D0F5-7FD5-4CE1-8EBA-43A8889B28F8}" type="pres">
      <dgm:prSet presAssocID="{78066B27-BDAF-4285-8EB6-6FB611DA857D}" presName="textBox5a" presStyleLbl="revTx" presStyleIdx="0" presStyleCnt="5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23DA9456-08D4-45A2-88D1-DFFFB03066A2}" type="pres">
      <dgm:prSet presAssocID="{180BDFA5-245B-46EB-8B53-E0D186257797}" presName="bullet5b" presStyleLbl="node1" presStyleIdx="1" presStyleCnt="5"/>
      <dgm:spPr/>
    </dgm:pt>
    <dgm:pt modelId="{E94F87D7-BEC0-45EF-9012-7A1696BF612F}" type="pres">
      <dgm:prSet presAssocID="{180BDFA5-245B-46EB-8B53-E0D186257797}" presName="textBox5b" presStyleLbl="revTx" presStyleIdx="1" presStyleCnt="5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FC1087C1-3D0B-4CE5-BA55-4B6E7B10FAFE}" type="pres">
      <dgm:prSet presAssocID="{012E011D-C6D1-4175-8F7A-840BFA515116}" presName="bullet5c" presStyleLbl="node1" presStyleIdx="2" presStyleCnt="5"/>
      <dgm:spPr/>
    </dgm:pt>
    <dgm:pt modelId="{D400D00F-CB87-4493-BC81-F0D19E183969}" type="pres">
      <dgm:prSet presAssocID="{012E011D-C6D1-4175-8F7A-840BFA515116}" presName="textBox5c" presStyleLbl="revTx" presStyleIdx="2" presStyleCnt="5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CD1F8388-0100-480E-A6E3-0D7EB20047C2}" type="pres">
      <dgm:prSet presAssocID="{D5920B1E-AAF4-4578-9B78-ED424A9F225F}" presName="bullet5d" presStyleLbl="node1" presStyleIdx="3" presStyleCnt="5"/>
      <dgm:spPr/>
    </dgm:pt>
    <dgm:pt modelId="{77E7D9EB-E2D6-4EF5-B81F-3A4A62B07279}" type="pres">
      <dgm:prSet presAssocID="{D5920B1E-AAF4-4578-9B78-ED424A9F225F}" presName="textBox5d" presStyleLbl="revTx" presStyleIdx="3" presStyleCnt="5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2E6AC8C6-BD58-48FD-90E2-B050180D147D}" type="pres">
      <dgm:prSet presAssocID="{F71AC20E-99F7-449F-B9E1-96EDE1D7B28E}" presName="bullet5e" presStyleLbl="node1" presStyleIdx="4" presStyleCnt="5"/>
      <dgm:spPr/>
    </dgm:pt>
    <dgm:pt modelId="{19F8D537-796A-413F-BDB3-470D686EF9A8}" type="pres">
      <dgm:prSet presAssocID="{F71AC20E-99F7-449F-B9E1-96EDE1D7B28E}" presName="textBox5e" presStyleLbl="revTx" presStyleIdx="4" presStyleCnt="5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</dgm:ptLst>
  <dgm:cxnLst>
    <dgm:cxn modelId="{2183D8D9-94F5-433A-A3FC-C1B2B61A54EE}" srcId="{22A3BF7E-FF51-4466-B6F4-5500F307FBC9}" destId="{78066B27-BDAF-4285-8EB6-6FB611DA857D}" srcOrd="0" destOrd="0" parTransId="{1514A44A-BD94-4811-8AAB-4C587AA1FF46}" sibTransId="{4E7D9057-0743-4241-B668-B39491B50844}"/>
    <dgm:cxn modelId="{E5FC3473-6DC3-44C9-B76E-CA7615B481FB}" type="presOf" srcId="{78066B27-BDAF-4285-8EB6-6FB611DA857D}" destId="{A6D0D0F5-7FD5-4CE1-8EBA-43A8889B28F8}" srcOrd="0" destOrd="0" presId="urn:microsoft.com/office/officeart/2005/8/layout/arrow2"/>
    <dgm:cxn modelId="{CDFC3B76-B627-4D3B-933D-249EE80BD2B3}" srcId="{22A3BF7E-FF51-4466-B6F4-5500F307FBC9}" destId="{180BDFA5-245B-46EB-8B53-E0D186257797}" srcOrd="1" destOrd="0" parTransId="{1D6889C5-F087-42A5-8638-8B18D296CC0E}" sibTransId="{15F5D859-57F0-4649-A46A-F5231559D779}"/>
    <dgm:cxn modelId="{03AEB07B-8DB2-4B0B-8DF4-16E8B2022350}" type="presOf" srcId="{22A3BF7E-FF51-4466-B6F4-5500F307FBC9}" destId="{BF94D53B-797E-4748-8482-9CAE24D9CB4D}" srcOrd="0" destOrd="0" presId="urn:microsoft.com/office/officeart/2005/8/layout/arrow2"/>
    <dgm:cxn modelId="{792254A1-91C8-4B84-ACEE-9157B1334407}" type="presOf" srcId="{012E011D-C6D1-4175-8F7A-840BFA515116}" destId="{D400D00F-CB87-4493-BC81-F0D19E183969}" srcOrd="0" destOrd="0" presId="urn:microsoft.com/office/officeart/2005/8/layout/arrow2"/>
    <dgm:cxn modelId="{8EF3A887-B62D-485F-A44A-A1391A54442D}" srcId="{22A3BF7E-FF51-4466-B6F4-5500F307FBC9}" destId="{012E011D-C6D1-4175-8F7A-840BFA515116}" srcOrd="2" destOrd="0" parTransId="{73C9EC4A-136E-4BA8-BDF4-8A94EB426331}" sibTransId="{4B952B9D-1054-4B1C-92D4-51A56510CD13}"/>
    <dgm:cxn modelId="{DFB19A7C-A6CB-41CF-AB0A-32B54F3AAAD3}" srcId="{22A3BF7E-FF51-4466-B6F4-5500F307FBC9}" destId="{F71AC20E-99F7-449F-B9E1-96EDE1D7B28E}" srcOrd="4" destOrd="0" parTransId="{7748FFEA-ACAC-415E-B5F7-92BF8E0C8B4B}" sibTransId="{6D6BF6D2-527A-47BF-943E-5E76A0EB503C}"/>
    <dgm:cxn modelId="{431812A5-68E5-4FD9-AB38-5FAF75A3CD12}" srcId="{22A3BF7E-FF51-4466-B6F4-5500F307FBC9}" destId="{D5920B1E-AAF4-4578-9B78-ED424A9F225F}" srcOrd="3" destOrd="0" parTransId="{3915C69D-1097-457C-95C4-BD9EDBA24920}" sibTransId="{70FC0EF6-ECC2-412C-9E97-0AD8CCAB89CF}"/>
    <dgm:cxn modelId="{F57DC3D2-1B42-4845-8574-9FC9CEB90305}" type="presOf" srcId="{180BDFA5-245B-46EB-8B53-E0D186257797}" destId="{E94F87D7-BEC0-45EF-9012-7A1696BF612F}" srcOrd="0" destOrd="0" presId="urn:microsoft.com/office/officeart/2005/8/layout/arrow2"/>
    <dgm:cxn modelId="{601AF77B-5255-45DE-BF4B-5F884087724D}" type="presOf" srcId="{D5920B1E-AAF4-4578-9B78-ED424A9F225F}" destId="{77E7D9EB-E2D6-4EF5-B81F-3A4A62B07279}" srcOrd="0" destOrd="0" presId="urn:microsoft.com/office/officeart/2005/8/layout/arrow2"/>
    <dgm:cxn modelId="{5C7E1565-910C-4097-94B4-BF220A88BE97}" type="presOf" srcId="{F71AC20E-99F7-449F-B9E1-96EDE1D7B28E}" destId="{19F8D537-796A-413F-BDB3-470D686EF9A8}" srcOrd="0" destOrd="0" presId="urn:microsoft.com/office/officeart/2005/8/layout/arrow2"/>
    <dgm:cxn modelId="{5E76D69C-4F23-465D-8098-B20634F9A984}" type="presParOf" srcId="{BF94D53B-797E-4748-8482-9CAE24D9CB4D}" destId="{4D3BF45A-51F8-4A19-9FD9-9CE6369BD188}" srcOrd="0" destOrd="0" presId="urn:microsoft.com/office/officeart/2005/8/layout/arrow2"/>
    <dgm:cxn modelId="{D26BFC22-7B62-4937-9641-5B48EE768FF4}" type="presParOf" srcId="{BF94D53B-797E-4748-8482-9CAE24D9CB4D}" destId="{9EE52F25-DCFC-4AB2-BC4D-ABD5376FB55E}" srcOrd="1" destOrd="0" presId="urn:microsoft.com/office/officeart/2005/8/layout/arrow2"/>
    <dgm:cxn modelId="{8CD1DF66-A27B-415E-A296-FAEE31B87EC8}" type="presParOf" srcId="{9EE52F25-DCFC-4AB2-BC4D-ABD5376FB55E}" destId="{4932A977-D7DE-4E76-82F1-BD2F27B3295C}" srcOrd="0" destOrd="0" presId="urn:microsoft.com/office/officeart/2005/8/layout/arrow2"/>
    <dgm:cxn modelId="{6EBD5886-C10B-4FA8-B844-1E572C5FF58F}" type="presParOf" srcId="{9EE52F25-DCFC-4AB2-BC4D-ABD5376FB55E}" destId="{A6D0D0F5-7FD5-4CE1-8EBA-43A8889B28F8}" srcOrd="1" destOrd="0" presId="urn:microsoft.com/office/officeart/2005/8/layout/arrow2"/>
    <dgm:cxn modelId="{520FC30F-D9D0-4248-8749-AAC3A82067E8}" type="presParOf" srcId="{9EE52F25-DCFC-4AB2-BC4D-ABD5376FB55E}" destId="{23DA9456-08D4-45A2-88D1-DFFFB03066A2}" srcOrd="2" destOrd="0" presId="urn:microsoft.com/office/officeart/2005/8/layout/arrow2"/>
    <dgm:cxn modelId="{215C50DF-E483-4185-BB57-51A5BCE7596D}" type="presParOf" srcId="{9EE52F25-DCFC-4AB2-BC4D-ABD5376FB55E}" destId="{E94F87D7-BEC0-45EF-9012-7A1696BF612F}" srcOrd="3" destOrd="0" presId="urn:microsoft.com/office/officeart/2005/8/layout/arrow2"/>
    <dgm:cxn modelId="{B7C15795-D7FA-47E2-8DE6-E2471861D738}" type="presParOf" srcId="{9EE52F25-DCFC-4AB2-BC4D-ABD5376FB55E}" destId="{FC1087C1-3D0B-4CE5-BA55-4B6E7B10FAFE}" srcOrd="4" destOrd="0" presId="urn:microsoft.com/office/officeart/2005/8/layout/arrow2"/>
    <dgm:cxn modelId="{78C1D2A6-F94D-4BD7-B963-AD8851FAB7E1}" type="presParOf" srcId="{9EE52F25-DCFC-4AB2-BC4D-ABD5376FB55E}" destId="{D400D00F-CB87-4493-BC81-F0D19E183969}" srcOrd="5" destOrd="0" presId="urn:microsoft.com/office/officeart/2005/8/layout/arrow2"/>
    <dgm:cxn modelId="{3BE3C3B3-4F82-4D6C-BA73-43CF2CE4CE0F}" type="presParOf" srcId="{9EE52F25-DCFC-4AB2-BC4D-ABD5376FB55E}" destId="{CD1F8388-0100-480E-A6E3-0D7EB20047C2}" srcOrd="6" destOrd="0" presId="urn:microsoft.com/office/officeart/2005/8/layout/arrow2"/>
    <dgm:cxn modelId="{727BD986-71DF-4EA4-AED4-917CD2070109}" type="presParOf" srcId="{9EE52F25-DCFC-4AB2-BC4D-ABD5376FB55E}" destId="{77E7D9EB-E2D6-4EF5-B81F-3A4A62B07279}" srcOrd="7" destOrd="0" presId="urn:microsoft.com/office/officeart/2005/8/layout/arrow2"/>
    <dgm:cxn modelId="{57343463-289C-4DF7-B701-9164262F65D5}" type="presParOf" srcId="{9EE52F25-DCFC-4AB2-BC4D-ABD5376FB55E}" destId="{2E6AC8C6-BD58-48FD-90E2-B050180D147D}" srcOrd="8" destOrd="0" presId="urn:microsoft.com/office/officeart/2005/8/layout/arrow2"/>
    <dgm:cxn modelId="{3747E0DF-93B8-4987-98FC-8DB72920915F}" type="presParOf" srcId="{9EE52F25-DCFC-4AB2-BC4D-ABD5376FB55E}" destId="{19F8D537-796A-413F-BDB3-470D686EF9A8}" srcOrd="9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DBAC6FE-1074-4BE5-B72F-CE1BC2CC46CB}" type="doc">
      <dgm:prSet loTypeId="urn:microsoft.com/office/officeart/2005/8/layout/hList1" loCatId="list" qsTypeId="urn:microsoft.com/office/officeart/2005/8/quickstyle/3d2" qsCatId="3D" csTypeId="urn:microsoft.com/office/officeart/2005/8/colors/colorful5" csCatId="colorful" phldr="1"/>
      <dgm:spPr/>
      <dgm:t>
        <a:bodyPr/>
        <a:lstStyle/>
        <a:p>
          <a:endParaRPr lang="th-TH"/>
        </a:p>
      </dgm:t>
    </dgm:pt>
    <dgm:pt modelId="{CB728AF4-B7A8-4F2C-B3D4-3F8AF6C1E0DE}">
      <dgm:prSet phldrT="[ข้อความ]" custT="1"/>
      <dgm:spPr/>
      <dgm:t>
        <a:bodyPr/>
        <a:lstStyle/>
        <a:p>
          <a:r>
            <a:rPr lang="th-TH" sz="32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ฆาตกรรม</a:t>
          </a:r>
          <a:endParaRPr lang="th-TH" sz="32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527FA23B-9E36-4EF9-911E-E544EF436FD4}" type="parTrans" cxnId="{CFA14976-C237-4088-898C-B3D328E3698C}">
      <dgm:prSet/>
      <dgm:spPr/>
      <dgm:t>
        <a:bodyPr/>
        <a:lstStyle/>
        <a:p>
          <a:endParaRPr lang="th-TH"/>
        </a:p>
      </dgm:t>
    </dgm:pt>
    <dgm:pt modelId="{03632EC3-82FB-4FD5-994B-2D2459DFA633}" type="sibTrans" cxnId="{CFA14976-C237-4088-898C-B3D328E3698C}">
      <dgm:prSet/>
      <dgm:spPr/>
      <dgm:t>
        <a:bodyPr/>
        <a:lstStyle/>
        <a:p>
          <a:endParaRPr lang="th-TH"/>
        </a:p>
      </dgm:t>
    </dgm:pt>
    <dgm:pt modelId="{45FFACC8-81CF-42C5-9EC9-0CCED4AD19CB}">
      <dgm:prSet phldrT="[ข้อความ]" custT="1"/>
      <dgm:spPr/>
      <dgm:t>
        <a:bodyPr/>
        <a:lstStyle/>
        <a:p>
          <a:r>
            <a:rPr lang="th-TH" sz="28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บาดแผลอยู่บริเวณใดก็ได้ </a:t>
          </a:r>
          <a:endParaRPr lang="th-TH" sz="28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85459F8F-0124-4161-AAB2-830FCE1C15C1}" type="parTrans" cxnId="{BDC72E9A-3D5C-4999-A9F7-D7277445E786}">
      <dgm:prSet/>
      <dgm:spPr/>
      <dgm:t>
        <a:bodyPr/>
        <a:lstStyle/>
        <a:p>
          <a:endParaRPr lang="th-TH"/>
        </a:p>
      </dgm:t>
    </dgm:pt>
    <dgm:pt modelId="{E8E26DF2-FFF1-4962-98DB-E971770CFE37}" type="sibTrans" cxnId="{BDC72E9A-3D5C-4999-A9F7-D7277445E786}">
      <dgm:prSet/>
      <dgm:spPr/>
      <dgm:t>
        <a:bodyPr/>
        <a:lstStyle/>
        <a:p>
          <a:endParaRPr lang="th-TH"/>
        </a:p>
      </dgm:t>
    </dgm:pt>
    <dgm:pt modelId="{9B43A3FE-0E42-4BA9-9CD2-1507171CDB67}">
      <dgm:prSet phldrT="[ข้อความ]" custT="1"/>
      <dgm:spPr/>
      <dgm:t>
        <a:bodyPr/>
        <a:lstStyle/>
        <a:p>
          <a:r>
            <a:rPr lang="th-TH" sz="28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มักมีหลายแห่ง</a:t>
          </a:r>
          <a:endParaRPr lang="th-TH" sz="28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798FF833-6E6B-406A-B3B2-6B1213880AED}" type="parTrans" cxnId="{6EA6B1A8-90D9-42CC-8C85-51307126DFAB}">
      <dgm:prSet/>
      <dgm:spPr/>
      <dgm:t>
        <a:bodyPr/>
        <a:lstStyle/>
        <a:p>
          <a:endParaRPr lang="th-TH"/>
        </a:p>
      </dgm:t>
    </dgm:pt>
    <dgm:pt modelId="{547A69DF-5FF9-4EC5-985B-3FCDB7302BD7}" type="sibTrans" cxnId="{6EA6B1A8-90D9-42CC-8C85-51307126DFAB}">
      <dgm:prSet/>
      <dgm:spPr/>
      <dgm:t>
        <a:bodyPr/>
        <a:lstStyle/>
        <a:p>
          <a:endParaRPr lang="th-TH"/>
        </a:p>
      </dgm:t>
    </dgm:pt>
    <dgm:pt modelId="{94FE13B6-CD22-4AD3-979A-B447A5C1BE52}">
      <dgm:prSet phldrT="[ข้อความ]" custT="1"/>
      <dgm:spPr/>
      <dgm:t>
        <a:bodyPr/>
        <a:lstStyle/>
        <a:p>
          <a:r>
            <a:rPr lang="th-TH" sz="32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ฆ่าตัวตาย</a:t>
          </a:r>
          <a:endParaRPr lang="th-TH" sz="32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078F91AA-633F-42B5-9FC6-E2497F5C9A73}" type="parTrans" cxnId="{13839934-0878-4DDF-81FF-7A017D90F9B9}">
      <dgm:prSet/>
      <dgm:spPr/>
      <dgm:t>
        <a:bodyPr/>
        <a:lstStyle/>
        <a:p>
          <a:endParaRPr lang="th-TH"/>
        </a:p>
      </dgm:t>
    </dgm:pt>
    <dgm:pt modelId="{840DFBC9-BBBB-4F3D-B660-40A2DCFA3E1D}" type="sibTrans" cxnId="{13839934-0878-4DDF-81FF-7A017D90F9B9}">
      <dgm:prSet/>
      <dgm:spPr/>
      <dgm:t>
        <a:bodyPr/>
        <a:lstStyle/>
        <a:p>
          <a:endParaRPr lang="th-TH"/>
        </a:p>
      </dgm:t>
    </dgm:pt>
    <dgm:pt modelId="{66B37F68-88A2-402D-946F-55C1AC16DCFF}">
      <dgm:prSet phldrT="[ข้อความ]" custT="1"/>
      <dgm:spPr/>
      <dgm:t>
        <a:bodyPr/>
        <a:lstStyle/>
        <a:p>
          <a:r>
            <a:rPr lang="th-TH" sz="28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บาดแผลได้รับการเลือกแล้ว</a:t>
          </a:r>
          <a:endParaRPr lang="th-TH" sz="28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650DCBA6-643F-4894-9487-6FE416CDF943}" type="parTrans" cxnId="{21C9D897-AE0C-4BF4-A075-A15E2606A078}">
      <dgm:prSet/>
      <dgm:spPr/>
      <dgm:t>
        <a:bodyPr/>
        <a:lstStyle/>
        <a:p>
          <a:endParaRPr lang="th-TH"/>
        </a:p>
      </dgm:t>
    </dgm:pt>
    <dgm:pt modelId="{F940E41A-A69F-4A20-BFA4-8D4DBB0DE3D4}" type="sibTrans" cxnId="{21C9D897-AE0C-4BF4-A075-A15E2606A078}">
      <dgm:prSet/>
      <dgm:spPr/>
      <dgm:t>
        <a:bodyPr/>
        <a:lstStyle/>
        <a:p>
          <a:endParaRPr lang="th-TH"/>
        </a:p>
      </dgm:t>
    </dgm:pt>
    <dgm:pt modelId="{E8153B8F-0024-40C2-9C6A-ACA400675C83}">
      <dgm:prSet phldrT="[ข้อความ]" custT="1"/>
      <dgm:spPr/>
      <dgm:t>
        <a:bodyPr/>
        <a:lstStyle/>
        <a:p>
          <a:r>
            <a:rPr lang="th-TH" sz="28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อาจมีหลายแห่ง/ประเภท แต่มักมีแห่งเดียว</a:t>
          </a:r>
          <a:endParaRPr lang="th-TH" sz="28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CC9D588E-50CF-4D17-B41E-030403AAC0A3}" type="parTrans" cxnId="{E668E8F4-1866-4055-98EF-839DCB5E6DBA}">
      <dgm:prSet/>
      <dgm:spPr/>
      <dgm:t>
        <a:bodyPr/>
        <a:lstStyle/>
        <a:p>
          <a:endParaRPr lang="th-TH"/>
        </a:p>
      </dgm:t>
    </dgm:pt>
    <dgm:pt modelId="{B764A38B-9D3C-4717-AA4F-0919CFE4EE97}" type="sibTrans" cxnId="{E668E8F4-1866-4055-98EF-839DCB5E6DBA}">
      <dgm:prSet/>
      <dgm:spPr/>
      <dgm:t>
        <a:bodyPr/>
        <a:lstStyle/>
        <a:p>
          <a:endParaRPr lang="th-TH"/>
        </a:p>
      </dgm:t>
    </dgm:pt>
    <dgm:pt modelId="{3FE5F6A0-057A-4D1B-AB1C-4B403BFDB785}">
      <dgm:prSet phldrT="[ข้อความ]" custT="1"/>
      <dgm:spPr/>
      <dgm:t>
        <a:bodyPr/>
        <a:lstStyle/>
        <a:p>
          <a:r>
            <a:rPr lang="th-TH" sz="32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อุบัติเหตุ</a:t>
          </a:r>
          <a:endParaRPr lang="th-TH" sz="32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CD93C722-562B-4BAD-B898-A37EEDDF7BE0}" type="parTrans" cxnId="{E1165EA7-16FB-4AEB-AC1C-10B6C9EEA34E}">
      <dgm:prSet/>
      <dgm:spPr/>
      <dgm:t>
        <a:bodyPr/>
        <a:lstStyle/>
        <a:p>
          <a:endParaRPr lang="th-TH"/>
        </a:p>
      </dgm:t>
    </dgm:pt>
    <dgm:pt modelId="{14EB7E71-0EC9-46CC-B853-996A6941254F}" type="sibTrans" cxnId="{E1165EA7-16FB-4AEB-AC1C-10B6C9EEA34E}">
      <dgm:prSet/>
      <dgm:spPr/>
      <dgm:t>
        <a:bodyPr/>
        <a:lstStyle/>
        <a:p>
          <a:endParaRPr lang="th-TH"/>
        </a:p>
      </dgm:t>
    </dgm:pt>
    <dgm:pt modelId="{07221AE2-9307-4581-AB46-70FFFE1F5C62}">
      <dgm:prSet phldrT="[ข้อความ]" custT="1"/>
      <dgm:spPr/>
      <dgm:t>
        <a:bodyPr/>
        <a:lstStyle/>
        <a:p>
          <a:r>
            <a:rPr lang="th-TH" sz="28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บาดแผลเกิดบริเวณใดก็ได้</a:t>
          </a:r>
          <a:endParaRPr lang="th-TH" sz="28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780DA92A-F90F-41F5-A520-AD08A170FD9D}" type="parTrans" cxnId="{C596A8C0-4BD9-48D4-94EA-25B046FC33F6}">
      <dgm:prSet/>
      <dgm:spPr/>
      <dgm:t>
        <a:bodyPr/>
        <a:lstStyle/>
        <a:p>
          <a:endParaRPr lang="th-TH"/>
        </a:p>
      </dgm:t>
    </dgm:pt>
    <dgm:pt modelId="{81B5581E-CCF8-4427-A724-065E7E3B60FA}" type="sibTrans" cxnId="{C596A8C0-4BD9-48D4-94EA-25B046FC33F6}">
      <dgm:prSet/>
      <dgm:spPr/>
      <dgm:t>
        <a:bodyPr/>
        <a:lstStyle/>
        <a:p>
          <a:endParaRPr lang="th-TH"/>
        </a:p>
      </dgm:t>
    </dgm:pt>
    <dgm:pt modelId="{8C3D0E8A-9BD2-46F2-826E-206725101791}">
      <dgm:prSet phldrT="[ข้อความ]" custT="1"/>
      <dgm:spPr/>
      <dgm:t>
        <a:bodyPr/>
        <a:lstStyle/>
        <a:p>
          <a:r>
            <a:rPr lang="th-TH" sz="28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ทะลุเสื้อผ้า</a:t>
          </a:r>
          <a:endParaRPr lang="th-TH" sz="28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F9038846-75CC-4145-A2C3-766AA14C199F}" type="parTrans" cxnId="{7E78506B-3D42-43A3-87B7-439C9BC4644D}">
      <dgm:prSet/>
      <dgm:spPr/>
      <dgm:t>
        <a:bodyPr/>
        <a:lstStyle/>
        <a:p>
          <a:endParaRPr lang="th-TH"/>
        </a:p>
      </dgm:t>
    </dgm:pt>
    <dgm:pt modelId="{F341EE19-678B-422A-A7FD-55AD5E20EE07}" type="sibTrans" cxnId="{7E78506B-3D42-43A3-87B7-439C9BC4644D}">
      <dgm:prSet/>
      <dgm:spPr/>
      <dgm:t>
        <a:bodyPr/>
        <a:lstStyle/>
        <a:p>
          <a:endParaRPr lang="th-TH"/>
        </a:p>
      </dgm:t>
    </dgm:pt>
    <dgm:pt modelId="{6CE988C8-C3D1-4397-9E4B-B1A456FE033C}">
      <dgm:prSet phldrT="[ข้อความ]" custT="1"/>
      <dgm:spPr/>
      <dgm:t>
        <a:bodyPr/>
        <a:lstStyle/>
        <a:p>
          <a:r>
            <a:rPr lang="th-TH" sz="28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มักมีบาดแผลหลายประเภท</a:t>
          </a:r>
          <a:endParaRPr lang="th-TH" sz="28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CB5F0264-7988-4872-B80F-668F105243DF}" type="parTrans" cxnId="{91CE5181-2709-41E5-9E9A-9AC202AF11C8}">
      <dgm:prSet/>
      <dgm:spPr/>
      <dgm:t>
        <a:bodyPr/>
        <a:lstStyle/>
        <a:p>
          <a:endParaRPr lang="th-TH"/>
        </a:p>
      </dgm:t>
    </dgm:pt>
    <dgm:pt modelId="{A87B5548-E979-4596-91F8-546C946B08D0}" type="sibTrans" cxnId="{91CE5181-2709-41E5-9E9A-9AC202AF11C8}">
      <dgm:prSet/>
      <dgm:spPr/>
      <dgm:t>
        <a:bodyPr/>
        <a:lstStyle/>
        <a:p>
          <a:endParaRPr lang="th-TH"/>
        </a:p>
      </dgm:t>
    </dgm:pt>
    <dgm:pt modelId="{10AE63BD-A8F1-45B9-BDF7-E5F88D68C9B1}">
      <dgm:prSet phldrT="[ข้อความ]" custT="1"/>
      <dgm:spPr/>
      <dgm:t>
        <a:bodyPr/>
        <a:lstStyle/>
        <a:p>
          <a:r>
            <a:rPr lang="th-TH" sz="28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มักมีบาดแผลแห่งการป้องกันตัว</a:t>
          </a:r>
          <a:endParaRPr lang="th-TH" sz="28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A8A2E0E7-B6B2-476D-A3C5-B394B476E18C}" type="parTrans" cxnId="{D38E6D90-3EEB-4A39-B1F5-41D49CB4B089}">
      <dgm:prSet/>
      <dgm:spPr/>
      <dgm:t>
        <a:bodyPr/>
        <a:lstStyle/>
        <a:p>
          <a:endParaRPr lang="th-TH"/>
        </a:p>
      </dgm:t>
    </dgm:pt>
    <dgm:pt modelId="{89E9FC32-9FC9-47B2-B24B-60188EA38745}" type="sibTrans" cxnId="{D38E6D90-3EEB-4A39-B1F5-41D49CB4B089}">
      <dgm:prSet/>
      <dgm:spPr/>
      <dgm:t>
        <a:bodyPr/>
        <a:lstStyle/>
        <a:p>
          <a:endParaRPr lang="th-TH"/>
        </a:p>
      </dgm:t>
    </dgm:pt>
    <dgm:pt modelId="{625C3B11-0473-4206-BC4A-5B90EEFC3D5B}">
      <dgm:prSet phldrT="[ข้อความ]" custT="1"/>
      <dgm:spPr/>
      <dgm:t>
        <a:bodyPr/>
        <a:lstStyle/>
        <a:p>
          <a:endParaRPr lang="th-TH" sz="32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5A015490-54C4-4CB6-9E5E-A8BC0940F6BB}" type="parTrans" cxnId="{513927C1-9096-4B1F-BDE7-9A6372BCF589}">
      <dgm:prSet/>
      <dgm:spPr/>
      <dgm:t>
        <a:bodyPr/>
        <a:lstStyle/>
        <a:p>
          <a:endParaRPr lang="th-TH"/>
        </a:p>
      </dgm:t>
    </dgm:pt>
    <dgm:pt modelId="{B2CABC72-BE50-4BE3-8C04-02F36E05C0A0}" type="sibTrans" cxnId="{513927C1-9096-4B1F-BDE7-9A6372BCF589}">
      <dgm:prSet/>
      <dgm:spPr/>
      <dgm:t>
        <a:bodyPr/>
        <a:lstStyle/>
        <a:p>
          <a:endParaRPr lang="th-TH"/>
        </a:p>
      </dgm:t>
    </dgm:pt>
    <dgm:pt modelId="{CE6D9F85-98A8-4DFD-B19E-F412FCF53A63}">
      <dgm:prSet phldrT="[ข้อความ]" custT="1"/>
      <dgm:spPr/>
      <dgm:t>
        <a:bodyPr/>
        <a:lstStyle/>
        <a:p>
          <a:r>
            <a:rPr lang="th-TH" sz="28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มักมีบาดแผลแห่งความไม่แน่ใจ</a:t>
          </a:r>
          <a:endParaRPr lang="th-TH" sz="28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067199A8-CEE8-41E0-B704-F559E284590E}" type="parTrans" cxnId="{A8CBA054-590A-4B9D-A493-256513CDF2B4}">
      <dgm:prSet/>
      <dgm:spPr/>
      <dgm:t>
        <a:bodyPr/>
        <a:lstStyle/>
        <a:p>
          <a:endParaRPr lang="th-TH"/>
        </a:p>
      </dgm:t>
    </dgm:pt>
    <dgm:pt modelId="{8AD0EEA5-2B69-4360-85CF-6A009C3CDCC2}" type="sibTrans" cxnId="{A8CBA054-590A-4B9D-A493-256513CDF2B4}">
      <dgm:prSet/>
      <dgm:spPr/>
      <dgm:t>
        <a:bodyPr/>
        <a:lstStyle/>
        <a:p>
          <a:endParaRPr lang="th-TH"/>
        </a:p>
      </dgm:t>
    </dgm:pt>
    <dgm:pt modelId="{D65E429D-1095-4148-8168-45CF5154DDEE}">
      <dgm:prSet phldrT="[ข้อความ]" custT="1"/>
      <dgm:spPr/>
      <dgm:t>
        <a:bodyPr/>
        <a:lstStyle/>
        <a:p>
          <a:r>
            <a:rPr lang="th-TH" sz="28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ไม่มีบาดแผลแห่งการป้องกันตัว</a:t>
          </a:r>
          <a:endParaRPr lang="th-TH" sz="28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FA4F06F2-A2DD-4AEE-9167-7EC0A1FD99E1}" type="parTrans" cxnId="{1F9D5964-40A3-4DDF-BF33-DB7BFF6661FF}">
      <dgm:prSet/>
      <dgm:spPr/>
      <dgm:t>
        <a:bodyPr/>
        <a:lstStyle/>
        <a:p>
          <a:endParaRPr lang="th-TH"/>
        </a:p>
      </dgm:t>
    </dgm:pt>
    <dgm:pt modelId="{D94F0833-A3DC-444F-BB0D-D1E2AE76A86E}" type="sibTrans" cxnId="{1F9D5964-40A3-4DDF-BF33-DB7BFF6661FF}">
      <dgm:prSet/>
      <dgm:spPr/>
      <dgm:t>
        <a:bodyPr/>
        <a:lstStyle/>
        <a:p>
          <a:endParaRPr lang="th-TH"/>
        </a:p>
      </dgm:t>
    </dgm:pt>
    <dgm:pt modelId="{54FDCF9F-A382-4EF2-AB3B-7A90E3373D4C}">
      <dgm:prSet phldrT="[ข้อความ]" custT="1"/>
      <dgm:spPr/>
      <dgm:t>
        <a:bodyPr/>
        <a:lstStyle/>
        <a:p>
          <a:r>
            <a:rPr lang="th-TH" sz="28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ทะลุเสื้อผ้า</a:t>
          </a:r>
          <a:endParaRPr lang="th-TH" sz="28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5C623F8E-14AA-47B7-A850-53B8A9259F50}" type="parTrans" cxnId="{AE56787E-7F29-47F4-A576-1EBC8243D8B0}">
      <dgm:prSet/>
      <dgm:spPr/>
      <dgm:t>
        <a:bodyPr/>
        <a:lstStyle/>
        <a:p>
          <a:endParaRPr lang="th-TH"/>
        </a:p>
      </dgm:t>
    </dgm:pt>
    <dgm:pt modelId="{476D6483-8D2E-4290-840C-F3EF93953672}" type="sibTrans" cxnId="{AE56787E-7F29-47F4-A576-1EBC8243D8B0}">
      <dgm:prSet/>
      <dgm:spPr/>
      <dgm:t>
        <a:bodyPr/>
        <a:lstStyle/>
        <a:p>
          <a:endParaRPr lang="th-TH"/>
        </a:p>
      </dgm:t>
    </dgm:pt>
    <dgm:pt modelId="{6737E54C-1B01-458B-B2DD-01BA0CD3F113}">
      <dgm:prSet phldrT="[ข้อความ]" custT="1"/>
      <dgm:spPr/>
      <dgm:t>
        <a:bodyPr/>
        <a:lstStyle/>
        <a:p>
          <a:r>
            <a:rPr lang="th-TH" sz="28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มักมีบาดแผลประเภทเดียว</a:t>
          </a:r>
          <a:endParaRPr lang="th-TH" sz="28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DD052753-B853-48AD-A19D-EE465664CFE5}" type="parTrans" cxnId="{38271879-1C06-4FD1-BB84-22C6B37BEF42}">
      <dgm:prSet/>
      <dgm:spPr/>
      <dgm:t>
        <a:bodyPr/>
        <a:lstStyle/>
        <a:p>
          <a:endParaRPr lang="th-TH"/>
        </a:p>
      </dgm:t>
    </dgm:pt>
    <dgm:pt modelId="{91B78E18-E649-49FC-BA5D-4D634990CB39}" type="sibTrans" cxnId="{38271879-1C06-4FD1-BB84-22C6B37BEF42}">
      <dgm:prSet/>
      <dgm:spPr/>
      <dgm:t>
        <a:bodyPr/>
        <a:lstStyle/>
        <a:p>
          <a:endParaRPr lang="th-TH"/>
        </a:p>
      </dgm:t>
    </dgm:pt>
    <dgm:pt modelId="{8CC631E7-DE85-4E89-A56A-A5C378B49009}">
      <dgm:prSet phldrT="[ข้อความ]" custT="1"/>
      <dgm:spPr/>
      <dgm:t>
        <a:bodyPr/>
        <a:lstStyle/>
        <a:p>
          <a:r>
            <a:rPr lang="th-TH" sz="28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ไม่มีบาดแผลแห้งความไม่แน่ใจ </a:t>
          </a:r>
          <a:endParaRPr lang="th-TH" sz="28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D788777A-4DDA-4E6D-9233-E47BF9AE862B}" type="parTrans" cxnId="{E133716D-28D2-44B4-BF21-B7F67FFF3BB2}">
      <dgm:prSet/>
      <dgm:spPr/>
      <dgm:t>
        <a:bodyPr/>
        <a:lstStyle/>
        <a:p>
          <a:endParaRPr lang="th-TH"/>
        </a:p>
      </dgm:t>
    </dgm:pt>
    <dgm:pt modelId="{B1EBCB44-496B-4023-BC9C-E1833FA3C397}" type="sibTrans" cxnId="{E133716D-28D2-44B4-BF21-B7F67FFF3BB2}">
      <dgm:prSet/>
      <dgm:spPr/>
      <dgm:t>
        <a:bodyPr/>
        <a:lstStyle/>
        <a:p>
          <a:endParaRPr lang="th-TH"/>
        </a:p>
      </dgm:t>
    </dgm:pt>
    <dgm:pt modelId="{E7AB508D-52C0-4DB1-A729-8DBD271255D4}">
      <dgm:prSet phldrT="[ข้อความ]" custT="1"/>
      <dgm:spPr/>
      <dgm:t>
        <a:bodyPr/>
        <a:lstStyle/>
        <a:p>
          <a:r>
            <a:rPr lang="th-TH" sz="28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ไม่มีบาดแผลแห่งการป้องกัน</a:t>
          </a:r>
          <a:endParaRPr lang="th-TH" sz="28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C15197F6-DCB8-46E8-BEEA-006E7284ABD3}" type="parTrans" cxnId="{EC92D2AF-2D9F-4AD6-BC14-6AA0462EB1B6}">
      <dgm:prSet/>
      <dgm:spPr/>
      <dgm:t>
        <a:bodyPr/>
        <a:lstStyle/>
        <a:p>
          <a:endParaRPr lang="th-TH"/>
        </a:p>
      </dgm:t>
    </dgm:pt>
    <dgm:pt modelId="{0F21C50D-898B-4503-84E0-3B2B8A3D67DE}" type="sibTrans" cxnId="{EC92D2AF-2D9F-4AD6-BC14-6AA0462EB1B6}">
      <dgm:prSet/>
      <dgm:spPr/>
      <dgm:t>
        <a:bodyPr/>
        <a:lstStyle/>
        <a:p>
          <a:endParaRPr lang="th-TH"/>
        </a:p>
      </dgm:t>
    </dgm:pt>
    <dgm:pt modelId="{5444DF4A-B39F-4772-BA27-A27D64C339FA}">
      <dgm:prSet phldrT="[ข้อความ]" custT="1"/>
      <dgm:spPr/>
      <dgm:t>
        <a:bodyPr/>
        <a:lstStyle/>
        <a:p>
          <a:r>
            <a:rPr lang="th-TH" sz="28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ไม่ทะลุเสื้อผ้า</a:t>
          </a:r>
          <a:endParaRPr lang="th-TH" sz="28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7B228F8C-A202-4D74-82E6-E782A5589CAD}" type="parTrans" cxnId="{8CFA780C-CD4A-4A30-A3AE-6B0249D41569}">
      <dgm:prSet/>
      <dgm:spPr/>
      <dgm:t>
        <a:bodyPr/>
        <a:lstStyle/>
        <a:p>
          <a:endParaRPr lang="th-TH"/>
        </a:p>
      </dgm:t>
    </dgm:pt>
    <dgm:pt modelId="{8C453F81-5145-4EFF-9372-F73976465A9D}" type="sibTrans" cxnId="{8CFA780C-CD4A-4A30-A3AE-6B0249D41569}">
      <dgm:prSet/>
      <dgm:spPr/>
      <dgm:t>
        <a:bodyPr/>
        <a:lstStyle/>
        <a:p>
          <a:endParaRPr lang="th-TH"/>
        </a:p>
      </dgm:t>
    </dgm:pt>
    <dgm:pt modelId="{49594420-5F06-4FEA-A502-A978471B745E}" type="pres">
      <dgm:prSet presAssocID="{4DBAC6FE-1074-4BE5-B72F-CE1BC2CC46CB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th-TH"/>
        </a:p>
      </dgm:t>
    </dgm:pt>
    <dgm:pt modelId="{657B49D8-8C5F-4CF6-B639-CD8FE4DB43DF}" type="pres">
      <dgm:prSet presAssocID="{CB728AF4-B7A8-4F2C-B3D4-3F8AF6C1E0DE}" presName="composite" presStyleCnt="0"/>
      <dgm:spPr/>
    </dgm:pt>
    <dgm:pt modelId="{4093CD02-CD35-44CC-B42A-A1B534511170}" type="pres">
      <dgm:prSet presAssocID="{CB728AF4-B7A8-4F2C-B3D4-3F8AF6C1E0DE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F3360708-19B1-44AE-B49E-AFF24EBBEAD1}" type="pres">
      <dgm:prSet presAssocID="{CB728AF4-B7A8-4F2C-B3D4-3F8AF6C1E0DE}" presName="desTx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F36FA6A0-67EE-4647-A75F-AEA6B6AC812E}" type="pres">
      <dgm:prSet presAssocID="{03632EC3-82FB-4FD5-994B-2D2459DFA633}" presName="space" presStyleCnt="0"/>
      <dgm:spPr/>
    </dgm:pt>
    <dgm:pt modelId="{B3EAF27A-0909-4295-84FB-A5E933FE4679}" type="pres">
      <dgm:prSet presAssocID="{94FE13B6-CD22-4AD3-979A-B447A5C1BE52}" presName="composite" presStyleCnt="0"/>
      <dgm:spPr/>
    </dgm:pt>
    <dgm:pt modelId="{B2967EC1-10DF-4096-A2F9-2634E07990A2}" type="pres">
      <dgm:prSet presAssocID="{94FE13B6-CD22-4AD3-979A-B447A5C1BE52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D1FB2470-14EF-444A-B2EC-188530BC0C52}" type="pres">
      <dgm:prSet presAssocID="{94FE13B6-CD22-4AD3-979A-B447A5C1BE52}" presName="desTx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57ABFC01-7ECC-44EC-812F-1F9C2C9F6C6D}" type="pres">
      <dgm:prSet presAssocID="{840DFBC9-BBBB-4F3D-B660-40A2DCFA3E1D}" presName="space" presStyleCnt="0"/>
      <dgm:spPr/>
    </dgm:pt>
    <dgm:pt modelId="{397C49B4-CCDE-4A39-8D5C-A31E1D1CD628}" type="pres">
      <dgm:prSet presAssocID="{3FE5F6A0-057A-4D1B-AB1C-4B403BFDB785}" presName="composite" presStyleCnt="0"/>
      <dgm:spPr/>
    </dgm:pt>
    <dgm:pt modelId="{3FC45607-5CE4-48C0-8AB6-604EBAF590CC}" type="pres">
      <dgm:prSet presAssocID="{3FE5F6A0-057A-4D1B-AB1C-4B403BFDB785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83222E29-6FFA-49FE-A636-7B11CC11FABB}" type="pres">
      <dgm:prSet presAssocID="{3FE5F6A0-057A-4D1B-AB1C-4B403BFDB785}" presName="desTx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</dgm:ptLst>
  <dgm:cxnLst>
    <dgm:cxn modelId="{E1165EA7-16FB-4AEB-AC1C-10B6C9EEA34E}" srcId="{4DBAC6FE-1074-4BE5-B72F-CE1BC2CC46CB}" destId="{3FE5F6A0-057A-4D1B-AB1C-4B403BFDB785}" srcOrd="2" destOrd="0" parTransId="{CD93C722-562B-4BAD-B898-A37EEDDF7BE0}" sibTransId="{14EB7E71-0EC9-46CC-B853-996A6941254F}"/>
    <dgm:cxn modelId="{91CE5181-2709-41E5-9E9A-9AC202AF11C8}" srcId="{CB728AF4-B7A8-4F2C-B3D4-3F8AF6C1E0DE}" destId="{6CE988C8-C3D1-4397-9E4B-B1A456FE033C}" srcOrd="3" destOrd="0" parTransId="{CB5F0264-7988-4872-B80F-668F105243DF}" sibTransId="{A87B5548-E979-4596-91F8-546C946B08D0}"/>
    <dgm:cxn modelId="{A208AF1E-8001-4DE3-98DD-D699628023C8}" type="presOf" srcId="{54FDCF9F-A382-4EF2-AB3B-7A90E3373D4C}" destId="{F3360708-19B1-44AE-B49E-AFF24EBBEAD1}" srcOrd="0" destOrd="1" presId="urn:microsoft.com/office/officeart/2005/8/layout/hList1"/>
    <dgm:cxn modelId="{62010C35-E086-4FA0-99C8-B96784DB068B}" type="presOf" srcId="{D65E429D-1095-4148-8168-45CF5154DDEE}" destId="{D1FB2470-14EF-444A-B2EC-188530BC0C52}" srcOrd="0" destOrd="4" presId="urn:microsoft.com/office/officeart/2005/8/layout/hList1"/>
    <dgm:cxn modelId="{6853BA95-DD10-4905-9DAB-9656AAAAD1B8}" type="presOf" srcId="{9B43A3FE-0E42-4BA9-9CD2-1507171CDB67}" destId="{F3360708-19B1-44AE-B49E-AFF24EBBEAD1}" srcOrd="0" destOrd="2" presId="urn:microsoft.com/office/officeart/2005/8/layout/hList1"/>
    <dgm:cxn modelId="{E668E8F4-1866-4055-98EF-839DCB5E6DBA}" srcId="{94FE13B6-CD22-4AD3-979A-B447A5C1BE52}" destId="{E8153B8F-0024-40C2-9C6A-ACA400675C83}" srcOrd="2" destOrd="0" parTransId="{CC9D588E-50CF-4D17-B41E-030403AAC0A3}" sibTransId="{B764A38B-9D3C-4717-AA4F-0919CFE4EE97}"/>
    <dgm:cxn modelId="{AE56787E-7F29-47F4-A576-1EBC8243D8B0}" srcId="{CB728AF4-B7A8-4F2C-B3D4-3F8AF6C1E0DE}" destId="{54FDCF9F-A382-4EF2-AB3B-7A90E3373D4C}" srcOrd="1" destOrd="0" parTransId="{5C623F8E-14AA-47B7-A850-53B8A9259F50}" sibTransId="{476D6483-8D2E-4290-840C-F3EF93953672}"/>
    <dgm:cxn modelId="{1F9D5964-40A3-4DDF-BF33-DB7BFF6661FF}" srcId="{94FE13B6-CD22-4AD3-979A-B447A5C1BE52}" destId="{D65E429D-1095-4148-8168-45CF5154DDEE}" srcOrd="4" destOrd="0" parTransId="{FA4F06F2-A2DD-4AEE-9167-7EC0A1FD99E1}" sibTransId="{D94F0833-A3DC-444F-BB0D-D1E2AE76A86E}"/>
    <dgm:cxn modelId="{AA7E6F83-5BFD-4EB1-9BA0-57F6638B9325}" type="presOf" srcId="{4DBAC6FE-1074-4BE5-B72F-CE1BC2CC46CB}" destId="{49594420-5F06-4FEA-A502-A978471B745E}" srcOrd="0" destOrd="0" presId="urn:microsoft.com/office/officeart/2005/8/layout/hList1"/>
    <dgm:cxn modelId="{BB7942F3-69E4-4B5F-99A9-54219241C770}" type="presOf" srcId="{E8153B8F-0024-40C2-9C6A-ACA400675C83}" destId="{D1FB2470-14EF-444A-B2EC-188530BC0C52}" srcOrd="0" destOrd="2" presId="urn:microsoft.com/office/officeart/2005/8/layout/hList1"/>
    <dgm:cxn modelId="{823AC86C-3B8A-4902-8A41-AF2632EF2C9D}" type="presOf" srcId="{8C3D0E8A-9BD2-46F2-826E-206725101791}" destId="{83222E29-6FFA-49FE-A636-7B11CC11FABB}" srcOrd="0" destOrd="1" presId="urn:microsoft.com/office/officeart/2005/8/layout/hList1"/>
    <dgm:cxn modelId="{50833CDB-27B8-4E69-8093-E01576C7EC35}" type="presOf" srcId="{6737E54C-1B01-458B-B2DD-01BA0CD3F113}" destId="{83222E29-6FFA-49FE-A636-7B11CC11FABB}" srcOrd="0" destOrd="2" presId="urn:microsoft.com/office/officeart/2005/8/layout/hList1"/>
    <dgm:cxn modelId="{60853D1A-F631-424C-9C80-D623185F5958}" type="presOf" srcId="{10AE63BD-A8F1-45B9-BDF7-E5F88D68C9B1}" destId="{F3360708-19B1-44AE-B49E-AFF24EBBEAD1}" srcOrd="0" destOrd="4" presId="urn:microsoft.com/office/officeart/2005/8/layout/hList1"/>
    <dgm:cxn modelId="{12EDDB00-76C1-4C93-AEBD-D50D51F19B8D}" type="presOf" srcId="{CE6D9F85-98A8-4DFD-B19E-F412FCF53A63}" destId="{D1FB2470-14EF-444A-B2EC-188530BC0C52}" srcOrd="0" destOrd="3" presId="urn:microsoft.com/office/officeart/2005/8/layout/hList1"/>
    <dgm:cxn modelId="{1D0ECAC4-30C9-487D-AD26-DB73EA7149B5}" type="presOf" srcId="{E7AB508D-52C0-4DB1-A729-8DBD271255D4}" destId="{83222E29-6FFA-49FE-A636-7B11CC11FABB}" srcOrd="0" destOrd="4" presId="urn:microsoft.com/office/officeart/2005/8/layout/hList1"/>
    <dgm:cxn modelId="{21C9D897-AE0C-4BF4-A075-A15E2606A078}" srcId="{94FE13B6-CD22-4AD3-979A-B447A5C1BE52}" destId="{66B37F68-88A2-402D-946F-55C1AC16DCFF}" srcOrd="0" destOrd="0" parTransId="{650DCBA6-643F-4894-9487-6FE416CDF943}" sibTransId="{F940E41A-A69F-4A20-BFA4-8D4DBB0DE3D4}"/>
    <dgm:cxn modelId="{A533BE1B-B5EC-464E-BACE-6656A67834A5}" type="presOf" srcId="{45FFACC8-81CF-42C5-9EC9-0CCED4AD19CB}" destId="{F3360708-19B1-44AE-B49E-AFF24EBBEAD1}" srcOrd="0" destOrd="0" presId="urn:microsoft.com/office/officeart/2005/8/layout/hList1"/>
    <dgm:cxn modelId="{D38E6D90-3EEB-4A39-B1F5-41D49CB4B089}" srcId="{CB728AF4-B7A8-4F2C-B3D4-3F8AF6C1E0DE}" destId="{10AE63BD-A8F1-45B9-BDF7-E5F88D68C9B1}" srcOrd="4" destOrd="0" parTransId="{A8A2E0E7-B6B2-476D-A3C5-B394B476E18C}" sibTransId="{89E9FC32-9FC9-47B2-B24B-60188EA38745}"/>
    <dgm:cxn modelId="{6EA6B1A8-90D9-42CC-8C85-51307126DFAB}" srcId="{CB728AF4-B7A8-4F2C-B3D4-3F8AF6C1E0DE}" destId="{9B43A3FE-0E42-4BA9-9CD2-1507171CDB67}" srcOrd="2" destOrd="0" parTransId="{798FF833-6E6B-406A-B3B2-6B1213880AED}" sibTransId="{547A69DF-5FF9-4EC5-985B-3FCDB7302BD7}"/>
    <dgm:cxn modelId="{13839934-0878-4DDF-81FF-7A017D90F9B9}" srcId="{4DBAC6FE-1074-4BE5-B72F-CE1BC2CC46CB}" destId="{94FE13B6-CD22-4AD3-979A-B447A5C1BE52}" srcOrd="1" destOrd="0" parTransId="{078F91AA-633F-42B5-9FC6-E2497F5C9A73}" sibTransId="{840DFBC9-BBBB-4F3D-B660-40A2DCFA3E1D}"/>
    <dgm:cxn modelId="{AD4DB822-455A-49DB-9793-41DCA41582A2}" type="presOf" srcId="{5444DF4A-B39F-4772-BA27-A27D64C339FA}" destId="{D1FB2470-14EF-444A-B2EC-188530BC0C52}" srcOrd="0" destOrd="1" presId="urn:microsoft.com/office/officeart/2005/8/layout/hList1"/>
    <dgm:cxn modelId="{2BE81DD7-0306-47A8-AD53-6FAB709C0653}" type="presOf" srcId="{66B37F68-88A2-402D-946F-55C1AC16DCFF}" destId="{D1FB2470-14EF-444A-B2EC-188530BC0C52}" srcOrd="0" destOrd="0" presId="urn:microsoft.com/office/officeart/2005/8/layout/hList1"/>
    <dgm:cxn modelId="{1F6D278D-8609-4C83-83FC-44FCAF86A206}" type="presOf" srcId="{CB728AF4-B7A8-4F2C-B3D4-3F8AF6C1E0DE}" destId="{4093CD02-CD35-44CC-B42A-A1B534511170}" srcOrd="0" destOrd="0" presId="urn:microsoft.com/office/officeart/2005/8/layout/hList1"/>
    <dgm:cxn modelId="{EDEE6E17-1E26-4AC4-9389-7FD122BC2C57}" type="presOf" srcId="{07221AE2-9307-4581-AB46-70FFFE1F5C62}" destId="{83222E29-6FFA-49FE-A636-7B11CC11FABB}" srcOrd="0" destOrd="0" presId="urn:microsoft.com/office/officeart/2005/8/layout/hList1"/>
    <dgm:cxn modelId="{EC92D2AF-2D9F-4AD6-BC14-6AA0462EB1B6}" srcId="{3FE5F6A0-057A-4D1B-AB1C-4B403BFDB785}" destId="{E7AB508D-52C0-4DB1-A729-8DBD271255D4}" srcOrd="4" destOrd="0" parTransId="{C15197F6-DCB8-46E8-BEEA-006E7284ABD3}" sibTransId="{0F21C50D-898B-4503-84E0-3B2B8A3D67DE}"/>
    <dgm:cxn modelId="{38271879-1C06-4FD1-BB84-22C6B37BEF42}" srcId="{3FE5F6A0-057A-4D1B-AB1C-4B403BFDB785}" destId="{6737E54C-1B01-458B-B2DD-01BA0CD3F113}" srcOrd="2" destOrd="0" parTransId="{DD052753-B853-48AD-A19D-EE465664CFE5}" sibTransId="{91B78E18-E649-49FC-BA5D-4D634990CB39}"/>
    <dgm:cxn modelId="{F3473B63-40EB-4D79-BC51-B318E6AC3A81}" type="presOf" srcId="{625C3B11-0473-4206-BC4A-5B90EEFC3D5B}" destId="{D1FB2470-14EF-444A-B2EC-188530BC0C52}" srcOrd="0" destOrd="5" presId="urn:microsoft.com/office/officeart/2005/8/layout/hList1"/>
    <dgm:cxn modelId="{B8880262-C6EE-43FA-AB3A-BE59F5279098}" type="presOf" srcId="{94FE13B6-CD22-4AD3-979A-B447A5C1BE52}" destId="{B2967EC1-10DF-4096-A2F9-2634E07990A2}" srcOrd="0" destOrd="0" presId="urn:microsoft.com/office/officeart/2005/8/layout/hList1"/>
    <dgm:cxn modelId="{1DC1555E-BF05-48CC-9DC3-03FCBE81AE65}" type="presOf" srcId="{6CE988C8-C3D1-4397-9E4B-B1A456FE033C}" destId="{F3360708-19B1-44AE-B49E-AFF24EBBEAD1}" srcOrd="0" destOrd="3" presId="urn:microsoft.com/office/officeart/2005/8/layout/hList1"/>
    <dgm:cxn modelId="{20EFB965-B32A-41CF-8E49-179309345855}" type="presOf" srcId="{8CC631E7-DE85-4E89-A56A-A5C378B49009}" destId="{83222E29-6FFA-49FE-A636-7B11CC11FABB}" srcOrd="0" destOrd="3" presId="urn:microsoft.com/office/officeart/2005/8/layout/hList1"/>
    <dgm:cxn modelId="{C596A8C0-4BD9-48D4-94EA-25B046FC33F6}" srcId="{3FE5F6A0-057A-4D1B-AB1C-4B403BFDB785}" destId="{07221AE2-9307-4581-AB46-70FFFE1F5C62}" srcOrd="0" destOrd="0" parTransId="{780DA92A-F90F-41F5-A520-AD08A170FD9D}" sibTransId="{81B5581E-CCF8-4427-A724-065E7E3B60FA}"/>
    <dgm:cxn modelId="{CFA14976-C237-4088-898C-B3D328E3698C}" srcId="{4DBAC6FE-1074-4BE5-B72F-CE1BC2CC46CB}" destId="{CB728AF4-B7A8-4F2C-B3D4-3F8AF6C1E0DE}" srcOrd="0" destOrd="0" parTransId="{527FA23B-9E36-4EF9-911E-E544EF436FD4}" sibTransId="{03632EC3-82FB-4FD5-994B-2D2459DFA633}"/>
    <dgm:cxn modelId="{8CFA780C-CD4A-4A30-A3AE-6B0249D41569}" srcId="{94FE13B6-CD22-4AD3-979A-B447A5C1BE52}" destId="{5444DF4A-B39F-4772-BA27-A27D64C339FA}" srcOrd="1" destOrd="0" parTransId="{7B228F8C-A202-4D74-82E6-E782A5589CAD}" sibTransId="{8C453F81-5145-4EFF-9372-F73976465A9D}"/>
    <dgm:cxn modelId="{BDC72E9A-3D5C-4999-A9F7-D7277445E786}" srcId="{CB728AF4-B7A8-4F2C-B3D4-3F8AF6C1E0DE}" destId="{45FFACC8-81CF-42C5-9EC9-0CCED4AD19CB}" srcOrd="0" destOrd="0" parTransId="{85459F8F-0124-4161-AAB2-830FCE1C15C1}" sibTransId="{E8E26DF2-FFF1-4962-98DB-E971770CFE37}"/>
    <dgm:cxn modelId="{A8CBA054-590A-4B9D-A493-256513CDF2B4}" srcId="{94FE13B6-CD22-4AD3-979A-B447A5C1BE52}" destId="{CE6D9F85-98A8-4DFD-B19E-F412FCF53A63}" srcOrd="3" destOrd="0" parTransId="{067199A8-CEE8-41E0-B704-F559E284590E}" sibTransId="{8AD0EEA5-2B69-4360-85CF-6A009C3CDCC2}"/>
    <dgm:cxn modelId="{513927C1-9096-4B1F-BDE7-9A6372BCF589}" srcId="{94FE13B6-CD22-4AD3-979A-B447A5C1BE52}" destId="{625C3B11-0473-4206-BC4A-5B90EEFC3D5B}" srcOrd="5" destOrd="0" parTransId="{5A015490-54C4-4CB6-9E5E-A8BC0940F6BB}" sibTransId="{B2CABC72-BE50-4BE3-8C04-02F36E05C0A0}"/>
    <dgm:cxn modelId="{E133716D-28D2-44B4-BF21-B7F67FFF3BB2}" srcId="{3FE5F6A0-057A-4D1B-AB1C-4B403BFDB785}" destId="{8CC631E7-DE85-4E89-A56A-A5C378B49009}" srcOrd="3" destOrd="0" parTransId="{D788777A-4DDA-4E6D-9233-E47BF9AE862B}" sibTransId="{B1EBCB44-496B-4023-BC9C-E1833FA3C397}"/>
    <dgm:cxn modelId="{19C1A183-6DE6-4E2E-8038-E7E5BB036973}" type="presOf" srcId="{3FE5F6A0-057A-4D1B-AB1C-4B403BFDB785}" destId="{3FC45607-5CE4-48C0-8AB6-604EBAF590CC}" srcOrd="0" destOrd="0" presId="urn:microsoft.com/office/officeart/2005/8/layout/hList1"/>
    <dgm:cxn modelId="{7E78506B-3D42-43A3-87B7-439C9BC4644D}" srcId="{3FE5F6A0-057A-4D1B-AB1C-4B403BFDB785}" destId="{8C3D0E8A-9BD2-46F2-826E-206725101791}" srcOrd="1" destOrd="0" parTransId="{F9038846-75CC-4145-A2C3-766AA14C199F}" sibTransId="{F341EE19-678B-422A-A7FD-55AD5E20EE07}"/>
    <dgm:cxn modelId="{A14CC168-3986-4997-A1AC-C42B75D1EFBE}" type="presParOf" srcId="{49594420-5F06-4FEA-A502-A978471B745E}" destId="{657B49D8-8C5F-4CF6-B639-CD8FE4DB43DF}" srcOrd="0" destOrd="0" presId="urn:microsoft.com/office/officeart/2005/8/layout/hList1"/>
    <dgm:cxn modelId="{237CADD6-6847-4377-BF34-7A7EF6FFB069}" type="presParOf" srcId="{657B49D8-8C5F-4CF6-B639-CD8FE4DB43DF}" destId="{4093CD02-CD35-44CC-B42A-A1B534511170}" srcOrd="0" destOrd="0" presId="urn:microsoft.com/office/officeart/2005/8/layout/hList1"/>
    <dgm:cxn modelId="{3A24AE86-D259-4FF8-A957-53B3F1D94417}" type="presParOf" srcId="{657B49D8-8C5F-4CF6-B639-CD8FE4DB43DF}" destId="{F3360708-19B1-44AE-B49E-AFF24EBBEAD1}" srcOrd="1" destOrd="0" presId="urn:microsoft.com/office/officeart/2005/8/layout/hList1"/>
    <dgm:cxn modelId="{031CF993-C91F-4949-A92A-BF0E8C3179F7}" type="presParOf" srcId="{49594420-5F06-4FEA-A502-A978471B745E}" destId="{F36FA6A0-67EE-4647-A75F-AEA6B6AC812E}" srcOrd="1" destOrd="0" presId="urn:microsoft.com/office/officeart/2005/8/layout/hList1"/>
    <dgm:cxn modelId="{5DCDBD7F-0A4C-4488-8BF5-A10F5D9D85CA}" type="presParOf" srcId="{49594420-5F06-4FEA-A502-A978471B745E}" destId="{B3EAF27A-0909-4295-84FB-A5E933FE4679}" srcOrd="2" destOrd="0" presId="urn:microsoft.com/office/officeart/2005/8/layout/hList1"/>
    <dgm:cxn modelId="{72D810C7-4BAB-4550-B34C-9465750C354F}" type="presParOf" srcId="{B3EAF27A-0909-4295-84FB-A5E933FE4679}" destId="{B2967EC1-10DF-4096-A2F9-2634E07990A2}" srcOrd="0" destOrd="0" presId="urn:microsoft.com/office/officeart/2005/8/layout/hList1"/>
    <dgm:cxn modelId="{36FD7B2D-6C69-4B8B-BE32-AE637B9C68EB}" type="presParOf" srcId="{B3EAF27A-0909-4295-84FB-A5E933FE4679}" destId="{D1FB2470-14EF-444A-B2EC-188530BC0C52}" srcOrd="1" destOrd="0" presId="urn:microsoft.com/office/officeart/2005/8/layout/hList1"/>
    <dgm:cxn modelId="{02D1D12C-A54F-4648-9CF8-6B348474B034}" type="presParOf" srcId="{49594420-5F06-4FEA-A502-A978471B745E}" destId="{57ABFC01-7ECC-44EC-812F-1F9C2C9F6C6D}" srcOrd="3" destOrd="0" presId="urn:microsoft.com/office/officeart/2005/8/layout/hList1"/>
    <dgm:cxn modelId="{B271839D-A6D7-49DE-A51D-B9664921FA12}" type="presParOf" srcId="{49594420-5F06-4FEA-A502-A978471B745E}" destId="{397C49B4-CCDE-4A39-8D5C-A31E1D1CD628}" srcOrd="4" destOrd="0" presId="urn:microsoft.com/office/officeart/2005/8/layout/hList1"/>
    <dgm:cxn modelId="{BEC31ED7-8589-4E87-96A1-1F5C21D244BC}" type="presParOf" srcId="{397C49B4-CCDE-4A39-8D5C-A31E1D1CD628}" destId="{3FC45607-5CE4-48C0-8AB6-604EBAF590CC}" srcOrd="0" destOrd="0" presId="urn:microsoft.com/office/officeart/2005/8/layout/hList1"/>
    <dgm:cxn modelId="{E62003EA-A4ED-47BB-8C5C-DA93913C2BB7}" type="presParOf" srcId="{397C49B4-CCDE-4A39-8D5C-A31E1D1CD628}" destId="{83222E29-6FFA-49FE-A636-7B11CC11FAB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2931E20-1545-4F13-9223-16E2741AA3D5}" type="doc">
      <dgm:prSet loTypeId="urn:microsoft.com/office/officeart/2005/8/layout/hList1" loCatId="list" qsTypeId="urn:microsoft.com/office/officeart/2005/8/quickstyle/3d2" qsCatId="3D" csTypeId="urn:microsoft.com/office/officeart/2005/8/colors/colorful4" csCatId="colorful" phldr="1"/>
      <dgm:spPr/>
    </dgm:pt>
    <dgm:pt modelId="{73012EB8-CEE0-4048-B74C-BA596D984F8E}">
      <dgm:prSet phldrT="[ข้อความ]"/>
      <dgm:spPr/>
      <dgm:t>
        <a:bodyPr/>
        <a:lstStyle/>
        <a:p>
          <a:r>
            <a:rPr lang="th-TH" b="1" dirty="0" smtClean="0">
              <a:latin typeface="TH SarabunPSK" pitchFamily="34" charset="-34"/>
              <a:cs typeface="TH SarabunPSK" pitchFamily="34" charset="-34"/>
            </a:rPr>
            <a:t>ประชุมวางแผนการสืบสวนสอบสวน</a:t>
          </a:r>
          <a:endParaRPr lang="th-TH" b="1" dirty="0">
            <a:latin typeface="TH SarabunPSK" pitchFamily="34" charset="-34"/>
            <a:cs typeface="TH SarabunPSK" pitchFamily="34" charset="-34"/>
          </a:endParaRPr>
        </a:p>
      </dgm:t>
    </dgm:pt>
    <dgm:pt modelId="{50584C8B-459E-47DF-9E4F-DBCB3B283C35}" type="parTrans" cxnId="{75EE32A6-A60C-4272-BE75-A64B13476010}">
      <dgm:prSet/>
      <dgm:spPr/>
      <dgm:t>
        <a:bodyPr/>
        <a:lstStyle/>
        <a:p>
          <a:endParaRPr lang="th-TH"/>
        </a:p>
      </dgm:t>
    </dgm:pt>
    <dgm:pt modelId="{EA7E1747-0316-44B8-9D00-4104ED2662E0}" type="sibTrans" cxnId="{75EE32A6-A60C-4272-BE75-A64B13476010}">
      <dgm:prSet/>
      <dgm:spPr/>
      <dgm:t>
        <a:bodyPr/>
        <a:lstStyle/>
        <a:p>
          <a:endParaRPr lang="th-TH"/>
        </a:p>
      </dgm:t>
    </dgm:pt>
    <dgm:pt modelId="{4B2C96D7-F7BF-485C-9CCE-9FA3707577E6}">
      <dgm:prSet phldrT="[ข้อความ]"/>
      <dgm:spPr/>
      <dgm:t>
        <a:bodyPr/>
        <a:lstStyle/>
        <a:p>
          <a:r>
            <a:rPr lang="th-TH" b="1" dirty="0" smtClean="0">
              <a:latin typeface="TH SarabunPSK" pitchFamily="34" charset="-34"/>
              <a:cs typeface="TH SarabunPSK" pitchFamily="34" charset="-34"/>
            </a:rPr>
            <a:t>เตรียมชุดปฏิบัติการ</a:t>
          </a:r>
          <a:endParaRPr lang="th-TH" b="1" dirty="0">
            <a:latin typeface="TH SarabunPSK" pitchFamily="34" charset="-34"/>
            <a:cs typeface="TH SarabunPSK" pitchFamily="34" charset="-34"/>
          </a:endParaRPr>
        </a:p>
      </dgm:t>
    </dgm:pt>
    <dgm:pt modelId="{361ECFFF-847A-4181-BE12-2390CC975276}" type="parTrans" cxnId="{FB8C157C-DFB7-4ED6-8E4C-2E777778A722}">
      <dgm:prSet/>
      <dgm:spPr/>
      <dgm:t>
        <a:bodyPr/>
        <a:lstStyle/>
        <a:p>
          <a:endParaRPr lang="th-TH"/>
        </a:p>
      </dgm:t>
    </dgm:pt>
    <dgm:pt modelId="{C4C4D7EC-FF7E-41F0-859F-2FD1111BA360}" type="sibTrans" cxnId="{FB8C157C-DFB7-4ED6-8E4C-2E777778A722}">
      <dgm:prSet/>
      <dgm:spPr/>
      <dgm:t>
        <a:bodyPr/>
        <a:lstStyle/>
        <a:p>
          <a:endParaRPr lang="th-TH"/>
        </a:p>
      </dgm:t>
    </dgm:pt>
    <dgm:pt modelId="{CBD38109-89A5-4063-8E3E-F6060B8E361B}">
      <dgm:prSet phldrT="[ข้อความ]"/>
      <dgm:spPr/>
      <dgm:t>
        <a:bodyPr/>
        <a:lstStyle/>
        <a:p>
          <a:r>
            <a:rPr lang="th-TH" b="1" dirty="0" smtClean="0">
              <a:latin typeface="TH SarabunPSK" pitchFamily="34" charset="-34"/>
              <a:cs typeface="TH SarabunPSK" pitchFamily="34" charset="-34"/>
            </a:rPr>
            <a:t>การสนับสนุน</a:t>
          </a:r>
          <a:endParaRPr lang="th-TH" b="1" dirty="0">
            <a:latin typeface="TH SarabunPSK" pitchFamily="34" charset="-34"/>
            <a:cs typeface="TH SarabunPSK" pitchFamily="34" charset="-34"/>
          </a:endParaRPr>
        </a:p>
      </dgm:t>
    </dgm:pt>
    <dgm:pt modelId="{D582DA60-8836-4ED3-943D-024D392E9C9C}" type="parTrans" cxnId="{E118E209-DFF7-495F-92CE-7AB2F43FEEB7}">
      <dgm:prSet/>
      <dgm:spPr/>
      <dgm:t>
        <a:bodyPr/>
        <a:lstStyle/>
        <a:p>
          <a:endParaRPr lang="th-TH"/>
        </a:p>
      </dgm:t>
    </dgm:pt>
    <dgm:pt modelId="{EC562E59-F8EB-431A-98A1-B1FAFF39529E}" type="sibTrans" cxnId="{E118E209-DFF7-495F-92CE-7AB2F43FEEB7}">
      <dgm:prSet/>
      <dgm:spPr/>
      <dgm:t>
        <a:bodyPr/>
        <a:lstStyle/>
        <a:p>
          <a:endParaRPr lang="th-TH"/>
        </a:p>
      </dgm:t>
    </dgm:pt>
    <dgm:pt modelId="{1D7CA3E3-0475-476A-A496-4DF4B0352485}">
      <dgm:prSet custT="1"/>
      <dgm:spPr/>
      <dgm:t>
        <a:bodyPr/>
        <a:lstStyle/>
        <a:p>
          <a:r>
            <a:rPr lang="th-TH" sz="2800" b="1" dirty="0" smtClean="0">
              <a:latin typeface="TH SarabunPSK" pitchFamily="34" charset="-34"/>
              <a:cs typeface="TH SarabunPSK" pitchFamily="34" charset="-34"/>
            </a:rPr>
            <a:t>กำหนดแนวทางการทำงาน ตั้งประเด็นการสืบสวน ตั้งรูปคดี</a:t>
          </a:r>
          <a:endParaRPr lang="th-TH" sz="2800" b="1" dirty="0">
            <a:latin typeface="TH SarabunPSK" pitchFamily="34" charset="-34"/>
            <a:cs typeface="TH SarabunPSK" pitchFamily="34" charset="-34"/>
          </a:endParaRPr>
        </a:p>
      </dgm:t>
    </dgm:pt>
    <dgm:pt modelId="{9D900824-9E35-43C8-B54A-CE51AD06CA10}" type="parTrans" cxnId="{97772DD5-D0F4-4F28-A3E6-20382B9C834F}">
      <dgm:prSet/>
      <dgm:spPr/>
      <dgm:t>
        <a:bodyPr/>
        <a:lstStyle/>
        <a:p>
          <a:endParaRPr lang="th-TH"/>
        </a:p>
      </dgm:t>
    </dgm:pt>
    <dgm:pt modelId="{D806CD0B-28D2-4230-A1FD-9F739F775737}" type="sibTrans" cxnId="{97772DD5-D0F4-4F28-A3E6-20382B9C834F}">
      <dgm:prSet/>
      <dgm:spPr/>
      <dgm:t>
        <a:bodyPr/>
        <a:lstStyle/>
        <a:p>
          <a:endParaRPr lang="th-TH"/>
        </a:p>
      </dgm:t>
    </dgm:pt>
    <dgm:pt modelId="{BA384598-EA0A-48B9-9887-CF9420B7E4E0}">
      <dgm:prSet custT="1"/>
      <dgm:spPr/>
      <dgm:t>
        <a:bodyPr/>
        <a:lstStyle/>
        <a:p>
          <a:r>
            <a:rPr lang="th-TH" sz="2800" b="1" dirty="0" smtClean="0">
              <a:latin typeface="TH SarabunPSK" pitchFamily="34" charset="-34"/>
              <a:cs typeface="TH SarabunPSK" pitchFamily="34" charset="-34"/>
            </a:rPr>
            <a:t>ชุดสอบสวน</a:t>
          </a:r>
          <a:endParaRPr lang="th-TH" sz="2800" b="1" dirty="0">
            <a:latin typeface="TH SarabunPSK" pitchFamily="34" charset="-34"/>
            <a:cs typeface="TH SarabunPSK" pitchFamily="34" charset="-34"/>
          </a:endParaRPr>
        </a:p>
      </dgm:t>
    </dgm:pt>
    <dgm:pt modelId="{E9C7F0DB-3B7F-4033-ABB9-10A2F178CF09}" type="parTrans" cxnId="{D5ABCCD6-7DB0-4AA5-9534-8FB37D6075EA}">
      <dgm:prSet/>
      <dgm:spPr/>
      <dgm:t>
        <a:bodyPr/>
        <a:lstStyle/>
        <a:p>
          <a:endParaRPr lang="th-TH"/>
        </a:p>
      </dgm:t>
    </dgm:pt>
    <dgm:pt modelId="{069EBE08-DCAC-4E9B-A136-BFBAC212CBB8}" type="sibTrans" cxnId="{D5ABCCD6-7DB0-4AA5-9534-8FB37D6075EA}">
      <dgm:prSet/>
      <dgm:spPr/>
      <dgm:t>
        <a:bodyPr/>
        <a:lstStyle/>
        <a:p>
          <a:endParaRPr lang="th-TH"/>
        </a:p>
      </dgm:t>
    </dgm:pt>
    <dgm:pt modelId="{EBB741C2-A1A4-44C2-A2B2-D4DD3EB04828}">
      <dgm:prSet custT="1"/>
      <dgm:spPr/>
      <dgm:t>
        <a:bodyPr/>
        <a:lstStyle/>
        <a:p>
          <a:r>
            <a:rPr lang="th-TH" sz="2800" b="1" dirty="0" smtClean="0">
              <a:latin typeface="TH SarabunPSK" pitchFamily="34" charset="-34"/>
              <a:cs typeface="TH SarabunPSK" pitchFamily="34" charset="-34"/>
            </a:rPr>
            <a:t>ชุดสืบสวน</a:t>
          </a:r>
          <a:endParaRPr lang="th-TH" sz="2800" b="1" dirty="0">
            <a:latin typeface="TH SarabunPSK" pitchFamily="34" charset="-34"/>
            <a:cs typeface="TH SarabunPSK" pitchFamily="34" charset="-34"/>
          </a:endParaRPr>
        </a:p>
      </dgm:t>
    </dgm:pt>
    <dgm:pt modelId="{579AAF5D-096A-4003-98B8-013545B7FBF0}" type="parTrans" cxnId="{20F02405-BFE0-4019-A7BD-0BB4E09ACFE1}">
      <dgm:prSet/>
      <dgm:spPr/>
      <dgm:t>
        <a:bodyPr/>
        <a:lstStyle/>
        <a:p>
          <a:endParaRPr lang="th-TH"/>
        </a:p>
      </dgm:t>
    </dgm:pt>
    <dgm:pt modelId="{B4DA6749-949A-4372-81C7-FB62846AB048}" type="sibTrans" cxnId="{20F02405-BFE0-4019-A7BD-0BB4E09ACFE1}">
      <dgm:prSet/>
      <dgm:spPr/>
      <dgm:t>
        <a:bodyPr/>
        <a:lstStyle/>
        <a:p>
          <a:endParaRPr lang="th-TH"/>
        </a:p>
      </dgm:t>
    </dgm:pt>
    <dgm:pt modelId="{157DFAFA-1043-4776-9D4D-D5ABA8FB5A78}">
      <dgm:prSet custT="1"/>
      <dgm:spPr/>
      <dgm:t>
        <a:bodyPr/>
        <a:lstStyle/>
        <a:p>
          <a:r>
            <a:rPr lang="th-TH" sz="2800" b="1" dirty="0" smtClean="0">
              <a:latin typeface="TH SarabunPSK" pitchFamily="34" charset="-34"/>
              <a:cs typeface="TH SarabunPSK" pitchFamily="34" charset="-34"/>
            </a:rPr>
            <a:t>ชุดเจรจา/ซักถาม</a:t>
          </a:r>
          <a:endParaRPr lang="th-TH" sz="2800" b="1" dirty="0">
            <a:latin typeface="TH SarabunPSK" pitchFamily="34" charset="-34"/>
            <a:cs typeface="TH SarabunPSK" pitchFamily="34" charset="-34"/>
          </a:endParaRPr>
        </a:p>
      </dgm:t>
    </dgm:pt>
    <dgm:pt modelId="{EAE74E10-8DE4-4939-AB33-0F4E0EAEB08B}" type="parTrans" cxnId="{EEA2DCF5-4A73-4568-A92A-BA04F1D9A53C}">
      <dgm:prSet/>
      <dgm:spPr/>
      <dgm:t>
        <a:bodyPr/>
        <a:lstStyle/>
        <a:p>
          <a:endParaRPr lang="th-TH"/>
        </a:p>
      </dgm:t>
    </dgm:pt>
    <dgm:pt modelId="{DE40C76C-9605-4159-9942-A7C8F8FEB321}" type="sibTrans" cxnId="{EEA2DCF5-4A73-4568-A92A-BA04F1D9A53C}">
      <dgm:prSet/>
      <dgm:spPr/>
      <dgm:t>
        <a:bodyPr/>
        <a:lstStyle/>
        <a:p>
          <a:endParaRPr lang="th-TH"/>
        </a:p>
      </dgm:t>
    </dgm:pt>
    <dgm:pt modelId="{480A5790-3C2D-4643-9BB1-00131D3541B5}">
      <dgm:prSet custT="1"/>
      <dgm:spPr/>
      <dgm:t>
        <a:bodyPr/>
        <a:lstStyle/>
        <a:p>
          <a:endParaRPr lang="th-TH" sz="2800" b="1" dirty="0">
            <a:latin typeface="TH SarabunPSK" pitchFamily="34" charset="-34"/>
            <a:cs typeface="TH SarabunPSK" pitchFamily="34" charset="-34"/>
          </a:endParaRPr>
        </a:p>
      </dgm:t>
    </dgm:pt>
    <dgm:pt modelId="{65F4CEC8-C889-48A9-AE7F-20F01374456C}" type="parTrans" cxnId="{77E8D80E-381D-4381-A395-6321E2D11722}">
      <dgm:prSet/>
      <dgm:spPr/>
      <dgm:t>
        <a:bodyPr/>
        <a:lstStyle/>
        <a:p>
          <a:endParaRPr lang="th-TH"/>
        </a:p>
      </dgm:t>
    </dgm:pt>
    <dgm:pt modelId="{AFFFD9A8-FACC-4993-8D96-06B6FE3935EA}" type="sibTrans" cxnId="{77E8D80E-381D-4381-A395-6321E2D11722}">
      <dgm:prSet/>
      <dgm:spPr/>
      <dgm:t>
        <a:bodyPr/>
        <a:lstStyle/>
        <a:p>
          <a:endParaRPr lang="th-TH"/>
        </a:p>
      </dgm:t>
    </dgm:pt>
    <dgm:pt modelId="{157BDAE1-D49D-4AD6-9640-559A3F54BC34}">
      <dgm:prSet custT="1"/>
      <dgm:spPr/>
      <dgm:t>
        <a:bodyPr/>
        <a:lstStyle/>
        <a:p>
          <a:r>
            <a:rPr lang="th-TH" sz="2800" b="1" dirty="0" smtClean="0">
              <a:latin typeface="TH SarabunPSK" pitchFamily="34" charset="-34"/>
              <a:cs typeface="TH SarabunPSK" pitchFamily="34" charset="-34"/>
            </a:rPr>
            <a:t>ชุดคุ้มครองพยาน</a:t>
          </a:r>
          <a:endParaRPr lang="th-TH" sz="2800" b="1" dirty="0">
            <a:latin typeface="TH SarabunPSK" pitchFamily="34" charset="-34"/>
            <a:cs typeface="TH SarabunPSK" pitchFamily="34" charset="-34"/>
          </a:endParaRPr>
        </a:p>
      </dgm:t>
    </dgm:pt>
    <dgm:pt modelId="{8E52AD4E-AB48-47A0-81FD-0C7BB313A69F}" type="parTrans" cxnId="{0D03C4B1-8D8A-4B7D-AF4E-60C9CAC901EA}">
      <dgm:prSet/>
      <dgm:spPr/>
      <dgm:t>
        <a:bodyPr/>
        <a:lstStyle/>
        <a:p>
          <a:endParaRPr lang="th-TH"/>
        </a:p>
      </dgm:t>
    </dgm:pt>
    <dgm:pt modelId="{AEC760A4-B1C0-421E-ACC4-E3A3B3CD90B5}" type="sibTrans" cxnId="{0D03C4B1-8D8A-4B7D-AF4E-60C9CAC901EA}">
      <dgm:prSet/>
      <dgm:spPr/>
      <dgm:t>
        <a:bodyPr/>
        <a:lstStyle/>
        <a:p>
          <a:endParaRPr lang="th-TH"/>
        </a:p>
      </dgm:t>
    </dgm:pt>
    <dgm:pt modelId="{BD00CA0C-D562-4EDB-B8C6-1DAFAA094156}">
      <dgm:prSet custT="1"/>
      <dgm:spPr/>
      <dgm:t>
        <a:bodyPr/>
        <a:lstStyle/>
        <a:p>
          <a:r>
            <a:rPr lang="th-TH" sz="2800" b="1" dirty="0" smtClean="0">
              <a:latin typeface="TH SarabunPSK" pitchFamily="34" charset="-34"/>
              <a:cs typeface="TH SarabunPSK" pitchFamily="34" charset="-34"/>
            </a:rPr>
            <a:t>ชุดอำนวยการ/ประสานงาน</a:t>
          </a:r>
          <a:endParaRPr lang="th-TH" sz="2800" b="1" dirty="0">
            <a:latin typeface="TH SarabunPSK" pitchFamily="34" charset="-34"/>
            <a:cs typeface="TH SarabunPSK" pitchFamily="34" charset="-34"/>
          </a:endParaRPr>
        </a:p>
      </dgm:t>
    </dgm:pt>
    <dgm:pt modelId="{148FC8E9-ADA5-4C66-B6D7-238695282A95}" type="parTrans" cxnId="{30EEDCC6-CB86-42A7-9637-9B988DDB2227}">
      <dgm:prSet/>
      <dgm:spPr/>
      <dgm:t>
        <a:bodyPr/>
        <a:lstStyle/>
        <a:p>
          <a:endParaRPr lang="th-TH"/>
        </a:p>
      </dgm:t>
    </dgm:pt>
    <dgm:pt modelId="{41375177-C73B-41F0-A5DE-A8C3890EAB80}" type="sibTrans" cxnId="{30EEDCC6-CB86-42A7-9637-9B988DDB2227}">
      <dgm:prSet/>
      <dgm:spPr/>
      <dgm:t>
        <a:bodyPr/>
        <a:lstStyle/>
        <a:p>
          <a:endParaRPr lang="th-TH"/>
        </a:p>
      </dgm:t>
    </dgm:pt>
    <dgm:pt modelId="{5D19FBD7-A482-44A1-B906-ECD8503D9C4A}">
      <dgm:prSet custT="1"/>
      <dgm:spPr/>
      <dgm:t>
        <a:bodyPr/>
        <a:lstStyle/>
        <a:p>
          <a:r>
            <a:rPr lang="th-TH" sz="2800" b="1" dirty="0" smtClean="0">
              <a:latin typeface="TH SarabunPSK" pitchFamily="34" charset="-34"/>
              <a:cs typeface="TH SarabunPSK" pitchFamily="34" charset="-34"/>
            </a:rPr>
            <a:t>วัสดุอุปกรณ์</a:t>
          </a:r>
          <a:endParaRPr lang="th-TH" sz="2800" b="1" dirty="0">
            <a:latin typeface="TH SarabunPSK" pitchFamily="34" charset="-34"/>
            <a:cs typeface="TH SarabunPSK" pitchFamily="34" charset="-34"/>
          </a:endParaRPr>
        </a:p>
      </dgm:t>
    </dgm:pt>
    <dgm:pt modelId="{98E074E2-AEDB-4602-8967-AC3A5C690B10}" type="parTrans" cxnId="{464AADB2-4202-449A-84CD-251B043DCF8E}">
      <dgm:prSet/>
      <dgm:spPr/>
      <dgm:t>
        <a:bodyPr/>
        <a:lstStyle/>
        <a:p>
          <a:endParaRPr lang="th-TH"/>
        </a:p>
      </dgm:t>
    </dgm:pt>
    <dgm:pt modelId="{98F7AA3D-776D-4404-ACC0-A689BA3EF11E}" type="sibTrans" cxnId="{464AADB2-4202-449A-84CD-251B043DCF8E}">
      <dgm:prSet/>
      <dgm:spPr/>
      <dgm:t>
        <a:bodyPr/>
        <a:lstStyle/>
        <a:p>
          <a:endParaRPr lang="th-TH"/>
        </a:p>
      </dgm:t>
    </dgm:pt>
    <dgm:pt modelId="{A565EB3C-120B-41C1-8A40-7CFC54B13896}">
      <dgm:prSet custT="1"/>
      <dgm:spPr/>
      <dgm:t>
        <a:bodyPr/>
        <a:lstStyle/>
        <a:p>
          <a:r>
            <a:rPr lang="th-TH" sz="2800" b="1" dirty="0" smtClean="0">
              <a:latin typeface="TH SarabunPSK" pitchFamily="34" charset="-34"/>
              <a:cs typeface="TH SarabunPSK" pitchFamily="34" charset="-34"/>
            </a:rPr>
            <a:t>ยานพาหนะ</a:t>
          </a:r>
          <a:endParaRPr lang="th-TH" sz="2800" b="1" dirty="0">
            <a:latin typeface="TH SarabunPSK" pitchFamily="34" charset="-34"/>
            <a:cs typeface="TH SarabunPSK" pitchFamily="34" charset="-34"/>
          </a:endParaRPr>
        </a:p>
      </dgm:t>
    </dgm:pt>
    <dgm:pt modelId="{7994A9CA-759D-4542-AE9D-CB3BB399A30B}" type="parTrans" cxnId="{EC81FE38-B90E-4A60-8868-17737BBC1781}">
      <dgm:prSet/>
      <dgm:spPr/>
      <dgm:t>
        <a:bodyPr/>
        <a:lstStyle/>
        <a:p>
          <a:endParaRPr lang="th-TH"/>
        </a:p>
      </dgm:t>
    </dgm:pt>
    <dgm:pt modelId="{F14DEEE1-339A-42DE-A34C-7417AEC60308}" type="sibTrans" cxnId="{EC81FE38-B90E-4A60-8868-17737BBC1781}">
      <dgm:prSet/>
      <dgm:spPr/>
      <dgm:t>
        <a:bodyPr/>
        <a:lstStyle/>
        <a:p>
          <a:endParaRPr lang="th-TH"/>
        </a:p>
      </dgm:t>
    </dgm:pt>
    <dgm:pt modelId="{C1EAB679-2666-4935-B120-E49F820F5C43}">
      <dgm:prSet custT="1"/>
      <dgm:spPr/>
      <dgm:t>
        <a:bodyPr/>
        <a:lstStyle/>
        <a:p>
          <a:r>
            <a:rPr lang="th-TH" sz="2800" b="1" dirty="0" smtClean="0">
              <a:latin typeface="TH SarabunPSK" pitchFamily="34" charset="-34"/>
              <a:cs typeface="TH SarabunPSK" pitchFamily="34" charset="-34"/>
            </a:rPr>
            <a:t>การติดต่อสื่อสาร</a:t>
          </a:r>
          <a:endParaRPr lang="th-TH" sz="2800" b="1" dirty="0">
            <a:latin typeface="TH SarabunPSK" pitchFamily="34" charset="-34"/>
            <a:cs typeface="TH SarabunPSK" pitchFamily="34" charset="-34"/>
          </a:endParaRPr>
        </a:p>
      </dgm:t>
    </dgm:pt>
    <dgm:pt modelId="{D88B4EE9-252B-495D-961D-883A7314D625}" type="parTrans" cxnId="{417527E7-B284-425D-B922-9E34DE6E3C66}">
      <dgm:prSet/>
      <dgm:spPr/>
      <dgm:t>
        <a:bodyPr/>
        <a:lstStyle/>
        <a:p>
          <a:endParaRPr lang="th-TH"/>
        </a:p>
      </dgm:t>
    </dgm:pt>
    <dgm:pt modelId="{E93CB1C8-37E7-4791-B8C8-47E96F314012}" type="sibTrans" cxnId="{417527E7-B284-425D-B922-9E34DE6E3C66}">
      <dgm:prSet/>
      <dgm:spPr/>
      <dgm:t>
        <a:bodyPr/>
        <a:lstStyle/>
        <a:p>
          <a:endParaRPr lang="th-TH"/>
        </a:p>
      </dgm:t>
    </dgm:pt>
    <dgm:pt modelId="{59015992-593E-4B1B-99FD-9C12091B6E31}">
      <dgm:prSet custT="1"/>
      <dgm:spPr/>
      <dgm:t>
        <a:bodyPr/>
        <a:lstStyle/>
        <a:p>
          <a:r>
            <a:rPr lang="th-TH" sz="2800" b="1" dirty="0" smtClean="0">
              <a:latin typeface="TH SarabunPSK" pitchFamily="34" charset="-34"/>
              <a:cs typeface="TH SarabunPSK" pitchFamily="34" charset="-34"/>
            </a:rPr>
            <a:t>การส่งกำลังบำรุง</a:t>
          </a:r>
          <a:endParaRPr lang="th-TH" sz="2800" b="1" dirty="0">
            <a:latin typeface="TH SarabunPSK" pitchFamily="34" charset="-34"/>
            <a:cs typeface="TH SarabunPSK" pitchFamily="34" charset="-34"/>
          </a:endParaRPr>
        </a:p>
      </dgm:t>
    </dgm:pt>
    <dgm:pt modelId="{97B51EFF-0074-40FF-A9E4-A5419453AB71}" type="parTrans" cxnId="{FBAF522A-E168-4453-BD8E-DA67403B4B68}">
      <dgm:prSet/>
      <dgm:spPr/>
      <dgm:t>
        <a:bodyPr/>
        <a:lstStyle/>
        <a:p>
          <a:endParaRPr lang="th-TH"/>
        </a:p>
      </dgm:t>
    </dgm:pt>
    <dgm:pt modelId="{30BC81EF-84AE-4F6E-8230-6DAE4F2CDF14}" type="sibTrans" cxnId="{FBAF522A-E168-4453-BD8E-DA67403B4B68}">
      <dgm:prSet/>
      <dgm:spPr/>
      <dgm:t>
        <a:bodyPr/>
        <a:lstStyle/>
        <a:p>
          <a:endParaRPr lang="th-TH"/>
        </a:p>
      </dgm:t>
    </dgm:pt>
    <dgm:pt modelId="{24EFE160-9462-4703-A0CF-6A54E9207213}" type="pres">
      <dgm:prSet presAssocID="{42931E20-1545-4F13-9223-16E2741AA3D5}" presName="Name0" presStyleCnt="0">
        <dgm:presLayoutVars>
          <dgm:dir/>
          <dgm:animLvl val="lvl"/>
          <dgm:resizeHandles val="exact"/>
        </dgm:presLayoutVars>
      </dgm:prSet>
      <dgm:spPr/>
    </dgm:pt>
    <dgm:pt modelId="{B5A6D0AB-AEC9-450A-B558-9DCB20994533}" type="pres">
      <dgm:prSet presAssocID="{73012EB8-CEE0-4048-B74C-BA596D984F8E}" presName="composite" presStyleCnt="0"/>
      <dgm:spPr/>
    </dgm:pt>
    <dgm:pt modelId="{1466ACDC-4502-4551-ABCC-2EB093372C53}" type="pres">
      <dgm:prSet presAssocID="{73012EB8-CEE0-4048-B74C-BA596D984F8E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F25F7D12-1E10-4840-A47D-CAC1D72A886A}" type="pres">
      <dgm:prSet presAssocID="{73012EB8-CEE0-4048-B74C-BA596D984F8E}" presName="desTx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A2A71AB2-B96E-4537-BD70-EBC249EB5561}" type="pres">
      <dgm:prSet presAssocID="{EA7E1747-0316-44B8-9D00-4104ED2662E0}" presName="space" presStyleCnt="0"/>
      <dgm:spPr/>
    </dgm:pt>
    <dgm:pt modelId="{D6039489-C58F-4968-8A38-3E842C8B6E62}" type="pres">
      <dgm:prSet presAssocID="{4B2C96D7-F7BF-485C-9CCE-9FA3707577E6}" presName="composite" presStyleCnt="0"/>
      <dgm:spPr/>
    </dgm:pt>
    <dgm:pt modelId="{3AD9577F-50CE-475D-9918-93F0D6C301BC}" type="pres">
      <dgm:prSet presAssocID="{4B2C96D7-F7BF-485C-9CCE-9FA3707577E6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030FD537-E7D8-473D-9A70-8B14D03F084B}" type="pres">
      <dgm:prSet presAssocID="{4B2C96D7-F7BF-485C-9CCE-9FA3707577E6}" presName="desTx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2B481C53-8CED-4EE4-AA98-76A6893A8694}" type="pres">
      <dgm:prSet presAssocID="{C4C4D7EC-FF7E-41F0-859F-2FD1111BA360}" presName="space" presStyleCnt="0"/>
      <dgm:spPr/>
    </dgm:pt>
    <dgm:pt modelId="{D4188022-3F1F-4ED0-B3AC-0353BC2E695B}" type="pres">
      <dgm:prSet presAssocID="{CBD38109-89A5-4063-8E3E-F6060B8E361B}" presName="composite" presStyleCnt="0"/>
      <dgm:spPr/>
    </dgm:pt>
    <dgm:pt modelId="{A9943374-636B-43C1-B55F-67748D2B452B}" type="pres">
      <dgm:prSet presAssocID="{CBD38109-89A5-4063-8E3E-F6060B8E361B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F5548EC1-E4F1-479F-859D-A99249D611C4}" type="pres">
      <dgm:prSet presAssocID="{CBD38109-89A5-4063-8E3E-F6060B8E361B}" presName="desTx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</dgm:ptLst>
  <dgm:cxnLst>
    <dgm:cxn modelId="{DA907A44-DD3C-43DF-978F-94EDAFC2F4C3}" type="presOf" srcId="{BD00CA0C-D562-4EDB-B8C6-1DAFAA094156}" destId="{030FD537-E7D8-473D-9A70-8B14D03F084B}" srcOrd="0" destOrd="4" presId="urn:microsoft.com/office/officeart/2005/8/layout/hList1"/>
    <dgm:cxn modelId="{C61BDDA3-0C8E-44C7-BD55-44BC06344099}" type="presOf" srcId="{1D7CA3E3-0475-476A-A496-4DF4B0352485}" destId="{F25F7D12-1E10-4840-A47D-CAC1D72A886A}" srcOrd="0" destOrd="0" presId="urn:microsoft.com/office/officeart/2005/8/layout/hList1"/>
    <dgm:cxn modelId="{77E8D80E-381D-4381-A395-6321E2D11722}" srcId="{4B2C96D7-F7BF-485C-9CCE-9FA3707577E6}" destId="{480A5790-3C2D-4643-9BB1-00131D3541B5}" srcOrd="5" destOrd="0" parTransId="{65F4CEC8-C889-48A9-AE7F-20F01374456C}" sibTransId="{AFFFD9A8-FACC-4993-8D96-06B6FE3935EA}"/>
    <dgm:cxn modelId="{ABFAE3A9-FB41-459D-A4EF-00116DE9B38D}" type="presOf" srcId="{EBB741C2-A1A4-44C2-A2B2-D4DD3EB04828}" destId="{030FD537-E7D8-473D-9A70-8B14D03F084B}" srcOrd="0" destOrd="1" presId="urn:microsoft.com/office/officeart/2005/8/layout/hList1"/>
    <dgm:cxn modelId="{20F02405-BFE0-4019-A7BD-0BB4E09ACFE1}" srcId="{4B2C96D7-F7BF-485C-9CCE-9FA3707577E6}" destId="{EBB741C2-A1A4-44C2-A2B2-D4DD3EB04828}" srcOrd="1" destOrd="0" parTransId="{579AAF5D-096A-4003-98B8-013545B7FBF0}" sibTransId="{B4DA6749-949A-4372-81C7-FB62846AB048}"/>
    <dgm:cxn modelId="{7301AB2F-9458-43B2-8F4F-BC53E19A906A}" type="presOf" srcId="{157BDAE1-D49D-4AD6-9640-559A3F54BC34}" destId="{030FD537-E7D8-473D-9A70-8B14D03F084B}" srcOrd="0" destOrd="3" presId="urn:microsoft.com/office/officeart/2005/8/layout/hList1"/>
    <dgm:cxn modelId="{224C31B7-853E-4DE4-8BCA-1BE5A4E4ACCA}" type="presOf" srcId="{5D19FBD7-A482-44A1-B906-ECD8503D9C4A}" destId="{F5548EC1-E4F1-479F-859D-A99249D611C4}" srcOrd="0" destOrd="0" presId="urn:microsoft.com/office/officeart/2005/8/layout/hList1"/>
    <dgm:cxn modelId="{0BC8CF67-FD6F-4AB3-98B7-97D4C99C1E11}" type="presOf" srcId="{73012EB8-CEE0-4048-B74C-BA596D984F8E}" destId="{1466ACDC-4502-4551-ABCC-2EB093372C53}" srcOrd="0" destOrd="0" presId="urn:microsoft.com/office/officeart/2005/8/layout/hList1"/>
    <dgm:cxn modelId="{75EE32A6-A60C-4272-BE75-A64B13476010}" srcId="{42931E20-1545-4F13-9223-16E2741AA3D5}" destId="{73012EB8-CEE0-4048-B74C-BA596D984F8E}" srcOrd="0" destOrd="0" parTransId="{50584C8B-459E-47DF-9E4F-DBCB3B283C35}" sibTransId="{EA7E1747-0316-44B8-9D00-4104ED2662E0}"/>
    <dgm:cxn modelId="{CB562E8B-7846-484F-A60F-37AD45D08565}" type="presOf" srcId="{BA384598-EA0A-48B9-9887-CF9420B7E4E0}" destId="{030FD537-E7D8-473D-9A70-8B14D03F084B}" srcOrd="0" destOrd="0" presId="urn:microsoft.com/office/officeart/2005/8/layout/hList1"/>
    <dgm:cxn modelId="{30EEDCC6-CB86-42A7-9637-9B988DDB2227}" srcId="{4B2C96D7-F7BF-485C-9CCE-9FA3707577E6}" destId="{BD00CA0C-D562-4EDB-B8C6-1DAFAA094156}" srcOrd="4" destOrd="0" parTransId="{148FC8E9-ADA5-4C66-B6D7-238695282A95}" sibTransId="{41375177-C73B-41F0-A5DE-A8C3890EAB80}"/>
    <dgm:cxn modelId="{A675D461-F569-4BEC-AD6C-8A71B025A1F3}" type="presOf" srcId="{42931E20-1545-4F13-9223-16E2741AA3D5}" destId="{24EFE160-9462-4703-A0CF-6A54E9207213}" srcOrd="0" destOrd="0" presId="urn:microsoft.com/office/officeart/2005/8/layout/hList1"/>
    <dgm:cxn modelId="{FB8C157C-DFB7-4ED6-8E4C-2E777778A722}" srcId="{42931E20-1545-4F13-9223-16E2741AA3D5}" destId="{4B2C96D7-F7BF-485C-9CCE-9FA3707577E6}" srcOrd="1" destOrd="0" parTransId="{361ECFFF-847A-4181-BE12-2390CC975276}" sibTransId="{C4C4D7EC-FF7E-41F0-859F-2FD1111BA360}"/>
    <dgm:cxn modelId="{0D30602D-05FB-46F3-A414-A976F774EA61}" type="presOf" srcId="{A565EB3C-120B-41C1-8A40-7CFC54B13896}" destId="{F5548EC1-E4F1-479F-859D-A99249D611C4}" srcOrd="0" destOrd="1" presId="urn:microsoft.com/office/officeart/2005/8/layout/hList1"/>
    <dgm:cxn modelId="{71D722F5-46B8-4AED-B397-08C952527389}" type="presOf" srcId="{CBD38109-89A5-4063-8E3E-F6060B8E361B}" destId="{A9943374-636B-43C1-B55F-67748D2B452B}" srcOrd="0" destOrd="0" presId="urn:microsoft.com/office/officeart/2005/8/layout/hList1"/>
    <dgm:cxn modelId="{464AADB2-4202-449A-84CD-251B043DCF8E}" srcId="{CBD38109-89A5-4063-8E3E-F6060B8E361B}" destId="{5D19FBD7-A482-44A1-B906-ECD8503D9C4A}" srcOrd="0" destOrd="0" parTransId="{98E074E2-AEDB-4602-8967-AC3A5C690B10}" sibTransId="{98F7AA3D-776D-4404-ACC0-A689BA3EF11E}"/>
    <dgm:cxn modelId="{97772DD5-D0F4-4F28-A3E6-20382B9C834F}" srcId="{73012EB8-CEE0-4048-B74C-BA596D984F8E}" destId="{1D7CA3E3-0475-476A-A496-4DF4B0352485}" srcOrd="0" destOrd="0" parTransId="{9D900824-9E35-43C8-B54A-CE51AD06CA10}" sibTransId="{D806CD0B-28D2-4230-A1FD-9F739F775737}"/>
    <dgm:cxn modelId="{FBAF522A-E168-4453-BD8E-DA67403B4B68}" srcId="{CBD38109-89A5-4063-8E3E-F6060B8E361B}" destId="{59015992-593E-4B1B-99FD-9C12091B6E31}" srcOrd="3" destOrd="0" parTransId="{97B51EFF-0074-40FF-A9E4-A5419453AB71}" sibTransId="{30BC81EF-84AE-4F6E-8230-6DAE4F2CDF14}"/>
    <dgm:cxn modelId="{0434DB30-CD56-4E14-B724-1CA0C3F61D42}" type="presOf" srcId="{59015992-593E-4B1B-99FD-9C12091B6E31}" destId="{F5548EC1-E4F1-479F-859D-A99249D611C4}" srcOrd="0" destOrd="3" presId="urn:microsoft.com/office/officeart/2005/8/layout/hList1"/>
    <dgm:cxn modelId="{D5ABCCD6-7DB0-4AA5-9534-8FB37D6075EA}" srcId="{4B2C96D7-F7BF-485C-9CCE-9FA3707577E6}" destId="{BA384598-EA0A-48B9-9887-CF9420B7E4E0}" srcOrd="0" destOrd="0" parTransId="{E9C7F0DB-3B7F-4033-ABB9-10A2F178CF09}" sibTransId="{069EBE08-DCAC-4E9B-A136-BFBAC212CBB8}"/>
    <dgm:cxn modelId="{11B451E7-9EC6-4181-AD49-48EEA79BCD07}" type="presOf" srcId="{157DFAFA-1043-4776-9D4D-D5ABA8FB5A78}" destId="{030FD537-E7D8-473D-9A70-8B14D03F084B}" srcOrd="0" destOrd="2" presId="urn:microsoft.com/office/officeart/2005/8/layout/hList1"/>
    <dgm:cxn modelId="{E118E209-DFF7-495F-92CE-7AB2F43FEEB7}" srcId="{42931E20-1545-4F13-9223-16E2741AA3D5}" destId="{CBD38109-89A5-4063-8E3E-F6060B8E361B}" srcOrd="2" destOrd="0" parTransId="{D582DA60-8836-4ED3-943D-024D392E9C9C}" sibTransId="{EC562E59-F8EB-431A-98A1-B1FAFF39529E}"/>
    <dgm:cxn modelId="{EC81FE38-B90E-4A60-8868-17737BBC1781}" srcId="{CBD38109-89A5-4063-8E3E-F6060B8E361B}" destId="{A565EB3C-120B-41C1-8A40-7CFC54B13896}" srcOrd="1" destOrd="0" parTransId="{7994A9CA-759D-4542-AE9D-CB3BB399A30B}" sibTransId="{F14DEEE1-339A-42DE-A34C-7417AEC60308}"/>
    <dgm:cxn modelId="{417527E7-B284-425D-B922-9E34DE6E3C66}" srcId="{CBD38109-89A5-4063-8E3E-F6060B8E361B}" destId="{C1EAB679-2666-4935-B120-E49F820F5C43}" srcOrd="2" destOrd="0" parTransId="{D88B4EE9-252B-495D-961D-883A7314D625}" sibTransId="{E93CB1C8-37E7-4791-B8C8-47E96F314012}"/>
    <dgm:cxn modelId="{0D03C4B1-8D8A-4B7D-AF4E-60C9CAC901EA}" srcId="{4B2C96D7-F7BF-485C-9CCE-9FA3707577E6}" destId="{157BDAE1-D49D-4AD6-9640-559A3F54BC34}" srcOrd="3" destOrd="0" parTransId="{8E52AD4E-AB48-47A0-81FD-0C7BB313A69F}" sibTransId="{AEC760A4-B1C0-421E-ACC4-E3A3B3CD90B5}"/>
    <dgm:cxn modelId="{EEA2DCF5-4A73-4568-A92A-BA04F1D9A53C}" srcId="{4B2C96D7-F7BF-485C-9CCE-9FA3707577E6}" destId="{157DFAFA-1043-4776-9D4D-D5ABA8FB5A78}" srcOrd="2" destOrd="0" parTransId="{EAE74E10-8DE4-4939-AB33-0F4E0EAEB08B}" sibTransId="{DE40C76C-9605-4159-9942-A7C8F8FEB321}"/>
    <dgm:cxn modelId="{B4AD842F-7FB3-40D1-86B0-F686264E1A5D}" type="presOf" srcId="{4B2C96D7-F7BF-485C-9CCE-9FA3707577E6}" destId="{3AD9577F-50CE-475D-9918-93F0D6C301BC}" srcOrd="0" destOrd="0" presId="urn:microsoft.com/office/officeart/2005/8/layout/hList1"/>
    <dgm:cxn modelId="{D5DFE394-73FC-4046-93E7-C2B971285AF8}" type="presOf" srcId="{C1EAB679-2666-4935-B120-E49F820F5C43}" destId="{F5548EC1-E4F1-479F-859D-A99249D611C4}" srcOrd="0" destOrd="2" presId="urn:microsoft.com/office/officeart/2005/8/layout/hList1"/>
    <dgm:cxn modelId="{1A38E108-B6B3-431D-9A42-24E1046D7B8E}" type="presOf" srcId="{480A5790-3C2D-4643-9BB1-00131D3541B5}" destId="{030FD537-E7D8-473D-9A70-8B14D03F084B}" srcOrd="0" destOrd="5" presId="urn:microsoft.com/office/officeart/2005/8/layout/hList1"/>
    <dgm:cxn modelId="{1309C220-84E3-4D93-86CF-8FC5CF243780}" type="presParOf" srcId="{24EFE160-9462-4703-A0CF-6A54E9207213}" destId="{B5A6D0AB-AEC9-450A-B558-9DCB20994533}" srcOrd="0" destOrd="0" presId="urn:microsoft.com/office/officeart/2005/8/layout/hList1"/>
    <dgm:cxn modelId="{EF623739-A3D6-49B6-BA74-99999DFA0A9E}" type="presParOf" srcId="{B5A6D0AB-AEC9-450A-B558-9DCB20994533}" destId="{1466ACDC-4502-4551-ABCC-2EB093372C53}" srcOrd="0" destOrd="0" presId="urn:microsoft.com/office/officeart/2005/8/layout/hList1"/>
    <dgm:cxn modelId="{2E4CE854-BBDE-4759-9936-1E8968F45460}" type="presParOf" srcId="{B5A6D0AB-AEC9-450A-B558-9DCB20994533}" destId="{F25F7D12-1E10-4840-A47D-CAC1D72A886A}" srcOrd="1" destOrd="0" presId="urn:microsoft.com/office/officeart/2005/8/layout/hList1"/>
    <dgm:cxn modelId="{6C4EDCF9-8AC9-45AA-8026-8163E0A49F91}" type="presParOf" srcId="{24EFE160-9462-4703-A0CF-6A54E9207213}" destId="{A2A71AB2-B96E-4537-BD70-EBC249EB5561}" srcOrd="1" destOrd="0" presId="urn:microsoft.com/office/officeart/2005/8/layout/hList1"/>
    <dgm:cxn modelId="{B9B7B97B-8A2C-46CC-9E9F-9DC54426F6D5}" type="presParOf" srcId="{24EFE160-9462-4703-A0CF-6A54E9207213}" destId="{D6039489-C58F-4968-8A38-3E842C8B6E62}" srcOrd="2" destOrd="0" presId="urn:microsoft.com/office/officeart/2005/8/layout/hList1"/>
    <dgm:cxn modelId="{BA32AC58-2F9A-4192-94B8-4E683BA75663}" type="presParOf" srcId="{D6039489-C58F-4968-8A38-3E842C8B6E62}" destId="{3AD9577F-50CE-475D-9918-93F0D6C301BC}" srcOrd="0" destOrd="0" presId="urn:microsoft.com/office/officeart/2005/8/layout/hList1"/>
    <dgm:cxn modelId="{B8DCA5B8-A99E-45C3-9890-749A4AEE7660}" type="presParOf" srcId="{D6039489-C58F-4968-8A38-3E842C8B6E62}" destId="{030FD537-E7D8-473D-9A70-8B14D03F084B}" srcOrd="1" destOrd="0" presId="urn:microsoft.com/office/officeart/2005/8/layout/hList1"/>
    <dgm:cxn modelId="{4A14836E-2E89-4364-9EA2-99CCF08E45BF}" type="presParOf" srcId="{24EFE160-9462-4703-A0CF-6A54E9207213}" destId="{2B481C53-8CED-4EE4-AA98-76A6893A8694}" srcOrd="3" destOrd="0" presId="urn:microsoft.com/office/officeart/2005/8/layout/hList1"/>
    <dgm:cxn modelId="{53CEA192-FA96-48EA-8686-58C0C79439CF}" type="presParOf" srcId="{24EFE160-9462-4703-A0CF-6A54E9207213}" destId="{D4188022-3F1F-4ED0-B3AC-0353BC2E695B}" srcOrd="4" destOrd="0" presId="urn:microsoft.com/office/officeart/2005/8/layout/hList1"/>
    <dgm:cxn modelId="{AE08FB0C-8D67-4B4F-82B9-86095D9BD8CC}" type="presParOf" srcId="{D4188022-3F1F-4ED0-B3AC-0353BC2E695B}" destId="{A9943374-636B-43C1-B55F-67748D2B452B}" srcOrd="0" destOrd="0" presId="urn:microsoft.com/office/officeart/2005/8/layout/hList1"/>
    <dgm:cxn modelId="{D5A4BA00-EC09-4A37-9D67-810BD9200807}" type="presParOf" srcId="{D4188022-3F1F-4ED0-B3AC-0353BC2E695B}" destId="{F5548EC1-E4F1-479F-859D-A99249D611C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B930DF7-704F-4FA7-AF3F-1CB5AF2B8ED9}" type="doc">
      <dgm:prSet loTypeId="urn:microsoft.com/office/officeart/2005/8/layout/bProcess2" loCatId="process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th-TH"/>
        </a:p>
      </dgm:t>
    </dgm:pt>
    <dgm:pt modelId="{A599C520-4A11-415C-A12A-3C713A0F9012}">
      <dgm:prSet phldrT="[ข้อความ]" custT="1"/>
      <dgm:spPr/>
      <dgm:t>
        <a:bodyPr/>
        <a:lstStyle/>
        <a:p>
          <a:r>
            <a:rPr lang="th-TH" sz="28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ซักถาม/ลวงถาม</a:t>
          </a:r>
          <a:endParaRPr lang="th-TH" sz="28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BC26F2EC-A4C0-4AF5-A888-08B8444DE3C9}" type="parTrans" cxnId="{32911984-8813-480D-B219-20168C0392D5}">
      <dgm:prSet/>
      <dgm:spPr/>
      <dgm:t>
        <a:bodyPr/>
        <a:lstStyle/>
        <a:p>
          <a:endParaRPr lang="th-TH"/>
        </a:p>
      </dgm:t>
    </dgm:pt>
    <dgm:pt modelId="{8FA310D8-0018-47DF-9351-2494ED74C900}" type="sibTrans" cxnId="{32911984-8813-480D-B219-20168C0392D5}">
      <dgm:prSet/>
      <dgm:spPr/>
      <dgm:t>
        <a:bodyPr/>
        <a:lstStyle/>
        <a:p>
          <a:endParaRPr lang="th-TH"/>
        </a:p>
      </dgm:t>
    </dgm:pt>
    <dgm:pt modelId="{83388DDB-E0C2-4198-A3E4-9171E55D7FCB}">
      <dgm:prSet phldrT="[ข้อความ]" custT="1"/>
      <dgm:spPr/>
      <dgm:t>
        <a:bodyPr/>
        <a:lstStyle/>
        <a:p>
          <a:r>
            <a:rPr lang="th-TH" sz="28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ตรวจสถานที่เกิดเหตุ</a:t>
          </a:r>
          <a:endParaRPr lang="th-TH" sz="28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3C25C1F6-12F7-4F3D-BC8D-5F0DE6B7DCD6}" type="parTrans" cxnId="{7C32B904-6A44-49E1-9C52-0667DD5045F1}">
      <dgm:prSet/>
      <dgm:spPr/>
      <dgm:t>
        <a:bodyPr/>
        <a:lstStyle/>
        <a:p>
          <a:endParaRPr lang="th-TH"/>
        </a:p>
      </dgm:t>
    </dgm:pt>
    <dgm:pt modelId="{25FE8FA1-5DBA-457F-8D78-4B8452432666}" type="sibTrans" cxnId="{7C32B904-6A44-49E1-9C52-0667DD5045F1}">
      <dgm:prSet/>
      <dgm:spPr/>
      <dgm:t>
        <a:bodyPr/>
        <a:lstStyle/>
        <a:p>
          <a:endParaRPr lang="th-TH"/>
        </a:p>
      </dgm:t>
    </dgm:pt>
    <dgm:pt modelId="{C3FC2B81-4BC0-4FC5-84DB-247CC95868AC}">
      <dgm:prSet phldrT="[ข้อความ]" custT="1"/>
      <dgm:spPr/>
      <dgm:t>
        <a:bodyPr/>
        <a:lstStyle/>
        <a:p>
          <a:r>
            <a:rPr lang="th-TH" sz="28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ฐานข้อมูล</a:t>
          </a:r>
          <a:endParaRPr lang="th-TH" sz="28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2B103FD6-B386-4D48-8956-64A873548746}" type="parTrans" cxnId="{66BA1D37-27BC-4F9A-ADC6-E318A58DB96E}">
      <dgm:prSet/>
      <dgm:spPr/>
      <dgm:t>
        <a:bodyPr/>
        <a:lstStyle/>
        <a:p>
          <a:endParaRPr lang="th-TH"/>
        </a:p>
      </dgm:t>
    </dgm:pt>
    <dgm:pt modelId="{3C67B56B-7B40-474C-B4A2-40747B0F3375}" type="sibTrans" cxnId="{66BA1D37-27BC-4F9A-ADC6-E318A58DB96E}">
      <dgm:prSet/>
      <dgm:spPr/>
      <dgm:t>
        <a:bodyPr/>
        <a:lstStyle/>
        <a:p>
          <a:endParaRPr lang="th-TH"/>
        </a:p>
      </dgm:t>
    </dgm:pt>
    <dgm:pt modelId="{D40868A4-87AC-4356-98CB-A52DD74D1B80}">
      <dgm:prSet phldrT="[ข้อความ]" custT="1"/>
      <dgm:spPr/>
      <dgm:t>
        <a:bodyPr/>
        <a:lstStyle/>
        <a:p>
          <a:r>
            <a:rPr lang="th-TH" sz="28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แหล่งข่าว</a:t>
          </a:r>
          <a:endParaRPr lang="th-TH" sz="28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CE2CD1F9-F08C-4607-9391-FC099B4059DD}" type="parTrans" cxnId="{2AA4F51D-D700-4D2D-967B-C0BFEFAE6D8D}">
      <dgm:prSet/>
      <dgm:spPr/>
      <dgm:t>
        <a:bodyPr/>
        <a:lstStyle/>
        <a:p>
          <a:endParaRPr lang="th-TH"/>
        </a:p>
      </dgm:t>
    </dgm:pt>
    <dgm:pt modelId="{C8F5CBAC-D94C-426A-B3F6-2D553B2F941B}" type="sibTrans" cxnId="{2AA4F51D-D700-4D2D-967B-C0BFEFAE6D8D}">
      <dgm:prSet/>
      <dgm:spPr/>
      <dgm:t>
        <a:bodyPr/>
        <a:lstStyle/>
        <a:p>
          <a:endParaRPr lang="th-TH"/>
        </a:p>
      </dgm:t>
    </dgm:pt>
    <dgm:pt modelId="{7D61596E-69D8-413A-A731-6CFEB63C71A2}">
      <dgm:prSet phldrT="[ข้อความ]" custT="1"/>
      <dgm:spPr/>
      <dgm:t>
        <a:bodyPr/>
        <a:lstStyle/>
        <a:p>
          <a:r>
            <a:rPr lang="th-TH" sz="28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การใช้สายลับ</a:t>
          </a:r>
          <a:endParaRPr lang="th-TH" sz="28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2C0827D3-8FB1-4652-BF1A-8205DA84ABBD}" type="parTrans" cxnId="{0611D71C-8FCD-4BF6-BFC0-E11B459F4BB1}">
      <dgm:prSet/>
      <dgm:spPr/>
      <dgm:t>
        <a:bodyPr/>
        <a:lstStyle/>
        <a:p>
          <a:endParaRPr lang="th-TH"/>
        </a:p>
      </dgm:t>
    </dgm:pt>
    <dgm:pt modelId="{242730C7-CDA0-49AD-ADD0-2AD1303DFADC}" type="sibTrans" cxnId="{0611D71C-8FCD-4BF6-BFC0-E11B459F4BB1}">
      <dgm:prSet/>
      <dgm:spPr/>
      <dgm:t>
        <a:bodyPr/>
        <a:lstStyle/>
        <a:p>
          <a:endParaRPr lang="th-TH"/>
        </a:p>
      </dgm:t>
    </dgm:pt>
    <dgm:pt modelId="{41D37920-DF92-4D68-AE0D-827962AF056C}">
      <dgm:prSet phldrT="[ข้อความ]" custT="1"/>
      <dgm:spPr/>
      <dgm:t>
        <a:bodyPr/>
        <a:lstStyle/>
        <a:p>
          <a:r>
            <a:rPr lang="th-TH" sz="28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เจ้าหน้าที่อำพราง</a:t>
          </a:r>
          <a:endParaRPr lang="th-TH" sz="28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9FE2E84A-5FD0-4860-B7DD-778418F30E25}" type="parTrans" cxnId="{CC9D0E38-530A-4506-B9EA-65A43FF278EC}">
      <dgm:prSet/>
      <dgm:spPr/>
      <dgm:t>
        <a:bodyPr/>
        <a:lstStyle/>
        <a:p>
          <a:endParaRPr lang="th-TH"/>
        </a:p>
      </dgm:t>
    </dgm:pt>
    <dgm:pt modelId="{29A6FCBA-78D7-45FA-AE56-94428BE63719}" type="sibTrans" cxnId="{CC9D0E38-530A-4506-B9EA-65A43FF278EC}">
      <dgm:prSet/>
      <dgm:spPr/>
      <dgm:t>
        <a:bodyPr/>
        <a:lstStyle/>
        <a:p>
          <a:endParaRPr lang="th-TH"/>
        </a:p>
      </dgm:t>
    </dgm:pt>
    <dgm:pt modelId="{0455228A-8A1A-4BBF-AFE1-CC7EAB41E58D}">
      <dgm:prSet phldrT="[ข้อความ]" custT="1"/>
      <dgm:spPr/>
      <dgm:t>
        <a:bodyPr/>
        <a:lstStyle/>
        <a:p>
          <a:r>
            <a:rPr lang="th-TH" sz="28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เฝ้าจุด/สะกดรอย</a:t>
          </a:r>
          <a:endParaRPr lang="th-TH" sz="28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D9554416-DE74-41AD-AC9A-94F1BA83082B}" type="parTrans" cxnId="{B3431104-9C3C-403B-AD98-D626F6113DD4}">
      <dgm:prSet/>
      <dgm:spPr/>
      <dgm:t>
        <a:bodyPr/>
        <a:lstStyle/>
        <a:p>
          <a:endParaRPr lang="th-TH"/>
        </a:p>
      </dgm:t>
    </dgm:pt>
    <dgm:pt modelId="{1D09FD09-D1F2-46C6-95E8-9A357858C3B8}" type="sibTrans" cxnId="{B3431104-9C3C-403B-AD98-D626F6113DD4}">
      <dgm:prSet/>
      <dgm:spPr/>
      <dgm:t>
        <a:bodyPr/>
        <a:lstStyle/>
        <a:p>
          <a:endParaRPr lang="th-TH"/>
        </a:p>
      </dgm:t>
    </dgm:pt>
    <dgm:pt modelId="{8AD9D7DB-1984-4059-B3BB-E9E9C91C40A6}">
      <dgm:prSet phldrT="[ข้อความ]" custT="1"/>
      <dgm:spPr/>
      <dgm:t>
        <a:bodyPr/>
        <a:lstStyle/>
        <a:p>
          <a:r>
            <a:rPr lang="th-TH" sz="28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เครื่องมือพิเศษ</a:t>
          </a:r>
          <a:endParaRPr lang="th-TH" sz="28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FAB44A9F-512A-4DA3-B989-5F9D4B5B837B}" type="parTrans" cxnId="{84CF2E91-740A-41C1-95B3-E33077763B17}">
      <dgm:prSet/>
      <dgm:spPr/>
      <dgm:t>
        <a:bodyPr/>
        <a:lstStyle/>
        <a:p>
          <a:endParaRPr lang="th-TH"/>
        </a:p>
      </dgm:t>
    </dgm:pt>
    <dgm:pt modelId="{1CF66821-36F4-4CA6-A828-A26E3B1B6C9B}" type="sibTrans" cxnId="{84CF2E91-740A-41C1-95B3-E33077763B17}">
      <dgm:prSet/>
      <dgm:spPr/>
      <dgm:t>
        <a:bodyPr/>
        <a:lstStyle/>
        <a:p>
          <a:endParaRPr lang="th-TH"/>
        </a:p>
      </dgm:t>
    </dgm:pt>
    <dgm:pt modelId="{8098B07F-BBE5-41E4-B94D-128743C4DCC0}">
      <dgm:prSet phldrT="[ข้อความ]" custT="1"/>
      <dgm:spPr/>
      <dgm:t>
        <a:bodyPr/>
        <a:lstStyle/>
        <a:p>
          <a:r>
            <a:rPr lang="th-TH" sz="2800" b="1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ตั้งประเด็น</a:t>
          </a:r>
          <a:endParaRPr lang="th-TH" sz="2800" b="1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gm:t>
    </dgm:pt>
    <dgm:pt modelId="{FAECF9D4-DEC1-4581-B251-0677E3D1E9A6}" type="parTrans" cxnId="{786AA49A-6C0B-44B1-981B-7BC8BE57A876}">
      <dgm:prSet/>
      <dgm:spPr/>
      <dgm:t>
        <a:bodyPr/>
        <a:lstStyle/>
        <a:p>
          <a:endParaRPr lang="th-TH"/>
        </a:p>
      </dgm:t>
    </dgm:pt>
    <dgm:pt modelId="{26E98979-AFA9-493D-A1EB-C81DA8000B3F}" type="sibTrans" cxnId="{786AA49A-6C0B-44B1-981B-7BC8BE57A876}">
      <dgm:prSet/>
      <dgm:spPr/>
      <dgm:t>
        <a:bodyPr/>
        <a:lstStyle/>
        <a:p>
          <a:endParaRPr lang="th-TH"/>
        </a:p>
      </dgm:t>
    </dgm:pt>
    <dgm:pt modelId="{2F9F6A77-1FD7-42BD-A2EA-37FC5E497999}" type="pres">
      <dgm:prSet presAssocID="{5B930DF7-704F-4FA7-AF3F-1CB5AF2B8ED9}" presName="diagram" presStyleCnt="0">
        <dgm:presLayoutVars>
          <dgm:dir/>
          <dgm:resizeHandles/>
        </dgm:presLayoutVars>
      </dgm:prSet>
      <dgm:spPr/>
      <dgm:t>
        <a:bodyPr/>
        <a:lstStyle/>
        <a:p>
          <a:endParaRPr lang="th-TH"/>
        </a:p>
      </dgm:t>
    </dgm:pt>
    <dgm:pt modelId="{93E94D81-9756-4B26-977C-E63CD63DAE26}" type="pres">
      <dgm:prSet presAssocID="{A599C520-4A11-415C-A12A-3C713A0F9012}" presName="firstNode" presStyleLbl="node1" presStyleIdx="0" presStyleCnt="9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CB82133D-878D-440C-983B-6DE203716203}" type="pres">
      <dgm:prSet presAssocID="{8FA310D8-0018-47DF-9351-2494ED74C900}" presName="sibTrans" presStyleLbl="sibTrans2D1" presStyleIdx="0" presStyleCnt="8"/>
      <dgm:spPr/>
      <dgm:t>
        <a:bodyPr/>
        <a:lstStyle/>
        <a:p>
          <a:endParaRPr lang="th-TH"/>
        </a:p>
      </dgm:t>
    </dgm:pt>
    <dgm:pt modelId="{FBAB00B6-37F7-49ED-8A8C-5E6C339ECF13}" type="pres">
      <dgm:prSet presAssocID="{83388DDB-E0C2-4198-A3E4-9171E55D7FCB}" presName="middleNode" presStyleCnt="0"/>
      <dgm:spPr/>
    </dgm:pt>
    <dgm:pt modelId="{69B47C09-812A-4EF0-B09E-51C811CD407D}" type="pres">
      <dgm:prSet presAssocID="{83388DDB-E0C2-4198-A3E4-9171E55D7FCB}" presName="padding" presStyleLbl="node1" presStyleIdx="0" presStyleCnt="9"/>
      <dgm:spPr/>
    </dgm:pt>
    <dgm:pt modelId="{74CC14FD-ADA0-4E84-8824-ADA083AC78DD}" type="pres">
      <dgm:prSet presAssocID="{83388DDB-E0C2-4198-A3E4-9171E55D7FCB}" presName="shape" presStyleLbl="node1" presStyleIdx="1" presStyleCnt="9" custScaleX="158788" custScaleY="149925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847C0693-ED5A-4A83-B212-2F0BEEB3D314}" type="pres">
      <dgm:prSet presAssocID="{25FE8FA1-5DBA-457F-8D78-4B8452432666}" presName="sibTrans" presStyleLbl="sibTrans2D1" presStyleIdx="1" presStyleCnt="8"/>
      <dgm:spPr/>
      <dgm:t>
        <a:bodyPr/>
        <a:lstStyle/>
        <a:p>
          <a:endParaRPr lang="th-TH"/>
        </a:p>
      </dgm:t>
    </dgm:pt>
    <dgm:pt modelId="{FBC06904-5E38-4902-8AFD-5A3D2D8A55F5}" type="pres">
      <dgm:prSet presAssocID="{8098B07F-BBE5-41E4-B94D-128743C4DCC0}" presName="middleNode" presStyleCnt="0"/>
      <dgm:spPr/>
    </dgm:pt>
    <dgm:pt modelId="{E6516F42-6766-4331-8D4E-4ED302717B00}" type="pres">
      <dgm:prSet presAssocID="{8098B07F-BBE5-41E4-B94D-128743C4DCC0}" presName="padding" presStyleLbl="node1" presStyleIdx="1" presStyleCnt="9"/>
      <dgm:spPr/>
    </dgm:pt>
    <dgm:pt modelId="{F9BBE446-60D6-4D74-BD04-B034C15604DE}" type="pres">
      <dgm:prSet presAssocID="{8098B07F-BBE5-41E4-B94D-128743C4DCC0}" presName="shape" presStyleLbl="node1" presStyleIdx="2" presStyleCnt="9" custScaleX="145224" custScaleY="127074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D22CF629-F785-4200-BE30-0BDBAD86B5F2}" type="pres">
      <dgm:prSet presAssocID="{26E98979-AFA9-493D-A1EB-C81DA8000B3F}" presName="sibTrans" presStyleLbl="sibTrans2D1" presStyleIdx="2" presStyleCnt="8"/>
      <dgm:spPr/>
      <dgm:t>
        <a:bodyPr/>
        <a:lstStyle/>
        <a:p>
          <a:endParaRPr lang="th-TH"/>
        </a:p>
      </dgm:t>
    </dgm:pt>
    <dgm:pt modelId="{307F6026-03C7-4084-9225-708AA1FECDC4}" type="pres">
      <dgm:prSet presAssocID="{C3FC2B81-4BC0-4FC5-84DB-247CC95868AC}" presName="middleNode" presStyleCnt="0"/>
      <dgm:spPr/>
    </dgm:pt>
    <dgm:pt modelId="{410AE153-3F97-4229-AD12-EEA607FB3462}" type="pres">
      <dgm:prSet presAssocID="{C3FC2B81-4BC0-4FC5-84DB-247CC95868AC}" presName="padding" presStyleLbl="node1" presStyleIdx="2" presStyleCnt="9"/>
      <dgm:spPr/>
    </dgm:pt>
    <dgm:pt modelId="{2268FF5A-C89E-4637-BB06-438083DBD8D9}" type="pres">
      <dgm:prSet presAssocID="{C3FC2B81-4BC0-4FC5-84DB-247CC95868AC}" presName="shape" presStyleLbl="node1" presStyleIdx="3" presStyleCnt="9" custScaleX="157899" custScaleY="116797" custLinFactNeighborX="29271" custLinFactNeighborY="-1607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B826EBE0-8A93-4179-A72B-4964F22829F1}" type="pres">
      <dgm:prSet presAssocID="{3C67B56B-7B40-474C-B4A2-40747B0F3375}" presName="sibTrans" presStyleLbl="sibTrans2D1" presStyleIdx="3" presStyleCnt="8"/>
      <dgm:spPr/>
      <dgm:t>
        <a:bodyPr/>
        <a:lstStyle/>
        <a:p>
          <a:endParaRPr lang="th-TH"/>
        </a:p>
      </dgm:t>
    </dgm:pt>
    <dgm:pt modelId="{2433359E-304F-4827-8899-A35B5AB435DE}" type="pres">
      <dgm:prSet presAssocID="{D40868A4-87AC-4356-98CB-A52DD74D1B80}" presName="middleNode" presStyleCnt="0"/>
      <dgm:spPr/>
    </dgm:pt>
    <dgm:pt modelId="{0CF34979-6BB5-460D-9C62-81445DA7E156}" type="pres">
      <dgm:prSet presAssocID="{D40868A4-87AC-4356-98CB-A52DD74D1B80}" presName="padding" presStyleLbl="node1" presStyleIdx="3" presStyleCnt="9"/>
      <dgm:spPr/>
    </dgm:pt>
    <dgm:pt modelId="{6AB7F1DE-8E6E-4670-A3C5-222F35427D34}" type="pres">
      <dgm:prSet presAssocID="{D40868A4-87AC-4356-98CB-A52DD74D1B80}" presName="shape" presStyleLbl="node1" presStyleIdx="4" presStyleCnt="9" custScaleX="170427" custScaleY="122649" custLinFactNeighborX="28416" custLinFactNeighborY="-2751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5D16A110-59B9-46E0-9EB5-1C5BA9F9F7EC}" type="pres">
      <dgm:prSet presAssocID="{C8F5CBAC-D94C-426A-B3F6-2D553B2F941B}" presName="sibTrans" presStyleLbl="sibTrans2D1" presStyleIdx="4" presStyleCnt="8"/>
      <dgm:spPr/>
      <dgm:t>
        <a:bodyPr/>
        <a:lstStyle/>
        <a:p>
          <a:endParaRPr lang="th-TH"/>
        </a:p>
      </dgm:t>
    </dgm:pt>
    <dgm:pt modelId="{3D85ABCD-D281-4BE9-8E29-F07C148D4E99}" type="pres">
      <dgm:prSet presAssocID="{7D61596E-69D8-413A-A731-6CFEB63C71A2}" presName="middleNode" presStyleCnt="0"/>
      <dgm:spPr/>
    </dgm:pt>
    <dgm:pt modelId="{7E2E7DDD-9FFC-4BF0-B1B3-83FAD163522F}" type="pres">
      <dgm:prSet presAssocID="{7D61596E-69D8-413A-A731-6CFEB63C71A2}" presName="padding" presStyleLbl="node1" presStyleIdx="4" presStyleCnt="9"/>
      <dgm:spPr/>
    </dgm:pt>
    <dgm:pt modelId="{EC6E5BF1-1C1E-4898-9FD7-28732E912585}" type="pres">
      <dgm:prSet presAssocID="{7D61596E-69D8-413A-A731-6CFEB63C71A2}" presName="shape" presStyleLbl="node1" presStyleIdx="5" presStyleCnt="9" custScaleX="170427" custScaleY="137864" custLinFactNeighborX="42655" custLinFactNeighborY="-6333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6188B0E2-B930-4DDF-874E-27A3E152893D}" type="pres">
      <dgm:prSet presAssocID="{242730C7-CDA0-49AD-ADD0-2AD1303DFADC}" presName="sibTrans" presStyleLbl="sibTrans2D1" presStyleIdx="5" presStyleCnt="8"/>
      <dgm:spPr/>
      <dgm:t>
        <a:bodyPr/>
        <a:lstStyle/>
        <a:p>
          <a:endParaRPr lang="th-TH"/>
        </a:p>
      </dgm:t>
    </dgm:pt>
    <dgm:pt modelId="{BD019CFA-8D6A-45E7-BCF0-05724611E8C9}" type="pres">
      <dgm:prSet presAssocID="{41D37920-DF92-4D68-AE0D-827962AF056C}" presName="middleNode" presStyleCnt="0"/>
      <dgm:spPr/>
    </dgm:pt>
    <dgm:pt modelId="{72CDC8B0-4CC2-4D5F-9136-C830683C07B5}" type="pres">
      <dgm:prSet presAssocID="{41D37920-DF92-4D68-AE0D-827962AF056C}" presName="padding" presStyleLbl="node1" presStyleIdx="5" presStyleCnt="9"/>
      <dgm:spPr/>
    </dgm:pt>
    <dgm:pt modelId="{9A45C0C8-33DC-4911-892B-6F2B91F66A04}" type="pres">
      <dgm:prSet presAssocID="{41D37920-DF92-4D68-AE0D-827962AF056C}" presName="shape" presStyleLbl="node1" presStyleIdx="6" presStyleCnt="9" custScaleX="142092" custScaleY="152451" custLinFactNeighborX="64955" custLinFactNeighborY="6817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0340D5C6-86A4-4316-B9B7-AC9160B9792F}" type="pres">
      <dgm:prSet presAssocID="{29A6FCBA-78D7-45FA-AE56-94428BE63719}" presName="sibTrans" presStyleLbl="sibTrans2D1" presStyleIdx="6" presStyleCnt="8"/>
      <dgm:spPr/>
      <dgm:t>
        <a:bodyPr/>
        <a:lstStyle/>
        <a:p>
          <a:endParaRPr lang="th-TH"/>
        </a:p>
      </dgm:t>
    </dgm:pt>
    <dgm:pt modelId="{0E96B95F-A21E-4C34-94FE-0868879E3556}" type="pres">
      <dgm:prSet presAssocID="{0455228A-8A1A-4BBF-AFE1-CC7EAB41E58D}" presName="middleNode" presStyleCnt="0"/>
      <dgm:spPr/>
    </dgm:pt>
    <dgm:pt modelId="{0664BB61-C144-49F8-B350-CBC08E58366C}" type="pres">
      <dgm:prSet presAssocID="{0455228A-8A1A-4BBF-AFE1-CC7EAB41E58D}" presName="padding" presStyleLbl="node1" presStyleIdx="6" presStyleCnt="9"/>
      <dgm:spPr/>
    </dgm:pt>
    <dgm:pt modelId="{E2793A36-96D6-4C2F-A395-88C8E6CCAFED}" type="pres">
      <dgm:prSet presAssocID="{0455228A-8A1A-4BBF-AFE1-CC7EAB41E58D}" presName="shape" presStyleLbl="node1" presStyleIdx="7" presStyleCnt="9" custScaleX="162043" custScaleY="152268" custLinFactNeighborX="53572" custLinFactNeighborY="3768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363952F5-2B98-42D0-A716-6F5E3DAD993A}" type="pres">
      <dgm:prSet presAssocID="{1D09FD09-D1F2-46C6-95E8-9A357858C3B8}" presName="sibTrans" presStyleLbl="sibTrans2D1" presStyleIdx="7" presStyleCnt="8"/>
      <dgm:spPr/>
      <dgm:t>
        <a:bodyPr/>
        <a:lstStyle/>
        <a:p>
          <a:endParaRPr lang="th-TH"/>
        </a:p>
      </dgm:t>
    </dgm:pt>
    <dgm:pt modelId="{F2ED14B2-FF11-4B50-8F94-F13571C7811B}" type="pres">
      <dgm:prSet presAssocID="{8AD9D7DB-1984-4059-B3BB-E9E9C91C40A6}" presName="lastNode" presStyleLbl="node1" presStyleIdx="8" presStyleCnt="9" custLinFactX="-17602" custLinFactY="17985" custLinFactNeighborX="-100000" custLinFactNeighborY="100000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</dgm:ptLst>
  <dgm:cxnLst>
    <dgm:cxn modelId="{062088A9-48B2-466A-8F65-4589057DF359}" type="presOf" srcId="{26E98979-AFA9-493D-A1EB-C81DA8000B3F}" destId="{D22CF629-F785-4200-BE30-0BDBAD86B5F2}" srcOrd="0" destOrd="0" presId="urn:microsoft.com/office/officeart/2005/8/layout/bProcess2"/>
    <dgm:cxn modelId="{786AA49A-6C0B-44B1-981B-7BC8BE57A876}" srcId="{5B930DF7-704F-4FA7-AF3F-1CB5AF2B8ED9}" destId="{8098B07F-BBE5-41E4-B94D-128743C4DCC0}" srcOrd="2" destOrd="0" parTransId="{FAECF9D4-DEC1-4581-B251-0677E3D1E9A6}" sibTransId="{26E98979-AFA9-493D-A1EB-C81DA8000B3F}"/>
    <dgm:cxn modelId="{361F3523-C865-403A-B851-336DE08F2F98}" type="presOf" srcId="{25FE8FA1-5DBA-457F-8D78-4B8452432666}" destId="{847C0693-ED5A-4A83-B212-2F0BEEB3D314}" srcOrd="0" destOrd="0" presId="urn:microsoft.com/office/officeart/2005/8/layout/bProcess2"/>
    <dgm:cxn modelId="{2AA4F51D-D700-4D2D-967B-C0BFEFAE6D8D}" srcId="{5B930DF7-704F-4FA7-AF3F-1CB5AF2B8ED9}" destId="{D40868A4-87AC-4356-98CB-A52DD74D1B80}" srcOrd="4" destOrd="0" parTransId="{CE2CD1F9-F08C-4607-9391-FC099B4059DD}" sibTransId="{C8F5CBAC-D94C-426A-B3F6-2D553B2F941B}"/>
    <dgm:cxn modelId="{AC2563D7-9992-40CC-BFE6-3FD165E7789A}" type="presOf" srcId="{C8F5CBAC-D94C-426A-B3F6-2D553B2F941B}" destId="{5D16A110-59B9-46E0-9EB5-1C5BA9F9F7EC}" srcOrd="0" destOrd="0" presId="urn:microsoft.com/office/officeart/2005/8/layout/bProcess2"/>
    <dgm:cxn modelId="{2856FA1D-2EDC-4B68-B89A-13768E66F7C9}" type="presOf" srcId="{A599C520-4A11-415C-A12A-3C713A0F9012}" destId="{93E94D81-9756-4B26-977C-E63CD63DAE26}" srcOrd="0" destOrd="0" presId="urn:microsoft.com/office/officeart/2005/8/layout/bProcess2"/>
    <dgm:cxn modelId="{C46F33F8-706A-4E6D-A828-BE32DB764E30}" type="presOf" srcId="{8AD9D7DB-1984-4059-B3BB-E9E9C91C40A6}" destId="{F2ED14B2-FF11-4B50-8F94-F13571C7811B}" srcOrd="0" destOrd="0" presId="urn:microsoft.com/office/officeart/2005/8/layout/bProcess2"/>
    <dgm:cxn modelId="{DB557EAA-CF06-42FD-AF6B-FB87A9E5F580}" type="presOf" srcId="{C3FC2B81-4BC0-4FC5-84DB-247CC95868AC}" destId="{2268FF5A-C89E-4637-BB06-438083DBD8D9}" srcOrd="0" destOrd="0" presId="urn:microsoft.com/office/officeart/2005/8/layout/bProcess2"/>
    <dgm:cxn modelId="{0611D71C-8FCD-4BF6-BFC0-E11B459F4BB1}" srcId="{5B930DF7-704F-4FA7-AF3F-1CB5AF2B8ED9}" destId="{7D61596E-69D8-413A-A731-6CFEB63C71A2}" srcOrd="5" destOrd="0" parTransId="{2C0827D3-8FB1-4652-BF1A-8205DA84ABBD}" sibTransId="{242730C7-CDA0-49AD-ADD0-2AD1303DFADC}"/>
    <dgm:cxn modelId="{C8584634-7E76-451D-9554-3D4DC203C8A5}" type="presOf" srcId="{3C67B56B-7B40-474C-B4A2-40747B0F3375}" destId="{B826EBE0-8A93-4179-A72B-4964F22829F1}" srcOrd="0" destOrd="0" presId="urn:microsoft.com/office/officeart/2005/8/layout/bProcess2"/>
    <dgm:cxn modelId="{59B77A42-4BB5-4666-889F-943C650E997D}" type="presOf" srcId="{D40868A4-87AC-4356-98CB-A52DD74D1B80}" destId="{6AB7F1DE-8E6E-4670-A3C5-222F35427D34}" srcOrd="0" destOrd="0" presId="urn:microsoft.com/office/officeart/2005/8/layout/bProcess2"/>
    <dgm:cxn modelId="{654ACB31-824B-43C9-AB30-C631810E0CB2}" type="presOf" srcId="{29A6FCBA-78D7-45FA-AE56-94428BE63719}" destId="{0340D5C6-86A4-4316-B9B7-AC9160B9792F}" srcOrd="0" destOrd="0" presId="urn:microsoft.com/office/officeart/2005/8/layout/bProcess2"/>
    <dgm:cxn modelId="{7A7CC595-AE40-4A2D-B2B9-CEAA8FCA89E1}" type="presOf" srcId="{5B930DF7-704F-4FA7-AF3F-1CB5AF2B8ED9}" destId="{2F9F6A77-1FD7-42BD-A2EA-37FC5E497999}" srcOrd="0" destOrd="0" presId="urn:microsoft.com/office/officeart/2005/8/layout/bProcess2"/>
    <dgm:cxn modelId="{7A2D411C-2BDF-4811-BC10-2C62574DB162}" type="presOf" srcId="{8FA310D8-0018-47DF-9351-2494ED74C900}" destId="{CB82133D-878D-440C-983B-6DE203716203}" srcOrd="0" destOrd="0" presId="urn:microsoft.com/office/officeart/2005/8/layout/bProcess2"/>
    <dgm:cxn modelId="{775FE990-C0E6-46B2-B04D-891F3AB0B63F}" type="presOf" srcId="{1D09FD09-D1F2-46C6-95E8-9A357858C3B8}" destId="{363952F5-2B98-42D0-A716-6F5E3DAD993A}" srcOrd="0" destOrd="0" presId="urn:microsoft.com/office/officeart/2005/8/layout/bProcess2"/>
    <dgm:cxn modelId="{B3431104-9C3C-403B-AD98-D626F6113DD4}" srcId="{5B930DF7-704F-4FA7-AF3F-1CB5AF2B8ED9}" destId="{0455228A-8A1A-4BBF-AFE1-CC7EAB41E58D}" srcOrd="7" destOrd="0" parTransId="{D9554416-DE74-41AD-AC9A-94F1BA83082B}" sibTransId="{1D09FD09-D1F2-46C6-95E8-9A357858C3B8}"/>
    <dgm:cxn modelId="{D0190B80-EBD6-4B82-A0A1-B19A6D501C06}" type="presOf" srcId="{41D37920-DF92-4D68-AE0D-827962AF056C}" destId="{9A45C0C8-33DC-4911-892B-6F2B91F66A04}" srcOrd="0" destOrd="0" presId="urn:microsoft.com/office/officeart/2005/8/layout/bProcess2"/>
    <dgm:cxn modelId="{84CF2E91-740A-41C1-95B3-E33077763B17}" srcId="{5B930DF7-704F-4FA7-AF3F-1CB5AF2B8ED9}" destId="{8AD9D7DB-1984-4059-B3BB-E9E9C91C40A6}" srcOrd="8" destOrd="0" parTransId="{FAB44A9F-512A-4DA3-B989-5F9D4B5B837B}" sibTransId="{1CF66821-36F4-4CA6-A828-A26E3B1B6C9B}"/>
    <dgm:cxn modelId="{7C32B904-6A44-49E1-9C52-0667DD5045F1}" srcId="{5B930DF7-704F-4FA7-AF3F-1CB5AF2B8ED9}" destId="{83388DDB-E0C2-4198-A3E4-9171E55D7FCB}" srcOrd="1" destOrd="0" parTransId="{3C25C1F6-12F7-4F3D-BC8D-5F0DE6B7DCD6}" sibTransId="{25FE8FA1-5DBA-457F-8D78-4B8452432666}"/>
    <dgm:cxn modelId="{66BA1D37-27BC-4F9A-ADC6-E318A58DB96E}" srcId="{5B930DF7-704F-4FA7-AF3F-1CB5AF2B8ED9}" destId="{C3FC2B81-4BC0-4FC5-84DB-247CC95868AC}" srcOrd="3" destOrd="0" parTransId="{2B103FD6-B386-4D48-8956-64A873548746}" sibTransId="{3C67B56B-7B40-474C-B4A2-40747B0F3375}"/>
    <dgm:cxn modelId="{5576FBDC-97B3-4C19-A5BD-768347677CB9}" type="presOf" srcId="{242730C7-CDA0-49AD-ADD0-2AD1303DFADC}" destId="{6188B0E2-B930-4DDF-874E-27A3E152893D}" srcOrd="0" destOrd="0" presId="urn:microsoft.com/office/officeart/2005/8/layout/bProcess2"/>
    <dgm:cxn modelId="{CC9D0E38-530A-4506-B9EA-65A43FF278EC}" srcId="{5B930DF7-704F-4FA7-AF3F-1CB5AF2B8ED9}" destId="{41D37920-DF92-4D68-AE0D-827962AF056C}" srcOrd="6" destOrd="0" parTransId="{9FE2E84A-5FD0-4860-B7DD-778418F30E25}" sibTransId="{29A6FCBA-78D7-45FA-AE56-94428BE63719}"/>
    <dgm:cxn modelId="{2D1ED83E-613C-46D8-B70E-63F0D1A87F8F}" type="presOf" srcId="{7D61596E-69D8-413A-A731-6CFEB63C71A2}" destId="{EC6E5BF1-1C1E-4898-9FD7-28732E912585}" srcOrd="0" destOrd="0" presId="urn:microsoft.com/office/officeart/2005/8/layout/bProcess2"/>
    <dgm:cxn modelId="{4C3004EC-9CB0-419B-B896-4B24FEF775BF}" type="presOf" srcId="{83388DDB-E0C2-4198-A3E4-9171E55D7FCB}" destId="{74CC14FD-ADA0-4E84-8824-ADA083AC78DD}" srcOrd="0" destOrd="0" presId="urn:microsoft.com/office/officeart/2005/8/layout/bProcess2"/>
    <dgm:cxn modelId="{15A06A39-E3CE-4C3C-8760-B8ED9D8CEFBE}" type="presOf" srcId="{0455228A-8A1A-4BBF-AFE1-CC7EAB41E58D}" destId="{E2793A36-96D6-4C2F-A395-88C8E6CCAFED}" srcOrd="0" destOrd="0" presId="urn:microsoft.com/office/officeart/2005/8/layout/bProcess2"/>
    <dgm:cxn modelId="{62CE342F-970B-4963-8544-E3F5DF0F3540}" type="presOf" srcId="{8098B07F-BBE5-41E4-B94D-128743C4DCC0}" destId="{F9BBE446-60D6-4D74-BD04-B034C15604DE}" srcOrd="0" destOrd="0" presId="urn:microsoft.com/office/officeart/2005/8/layout/bProcess2"/>
    <dgm:cxn modelId="{32911984-8813-480D-B219-20168C0392D5}" srcId="{5B930DF7-704F-4FA7-AF3F-1CB5AF2B8ED9}" destId="{A599C520-4A11-415C-A12A-3C713A0F9012}" srcOrd="0" destOrd="0" parTransId="{BC26F2EC-A4C0-4AF5-A888-08B8444DE3C9}" sibTransId="{8FA310D8-0018-47DF-9351-2494ED74C900}"/>
    <dgm:cxn modelId="{074DC22C-EA1D-4F9E-A88F-4FFD06FBAE0A}" type="presParOf" srcId="{2F9F6A77-1FD7-42BD-A2EA-37FC5E497999}" destId="{93E94D81-9756-4B26-977C-E63CD63DAE26}" srcOrd="0" destOrd="0" presId="urn:microsoft.com/office/officeart/2005/8/layout/bProcess2"/>
    <dgm:cxn modelId="{DF0D1C86-B901-4C39-A042-10EFBAC3BFF0}" type="presParOf" srcId="{2F9F6A77-1FD7-42BD-A2EA-37FC5E497999}" destId="{CB82133D-878D-440C-983B-6DE203716203}" srcOrd="1" destOrd="0" presId="urn:microsoft.com/office/officeart/2005/8/layout/bProcess2"/>
    <dgm:cxn modelId="{6DB78D50-4C63-432D-AA99-2792989458FA}" type="presParOf" srcId="{2F9F6A77-1FD7-42BD-A2EA-37FC5E497999}" destId="{FBAB00B6-37F7-49ED-8A8C-5E6C339ECF13}" srcOrd="2" destOrd="0" presId="urn:microsoft.com/office/officeart/2005/8/layout/bProcess2"/>
    <dgm:cxn modelId="{AC0485BF-7F65-4EC6-A39B-08D1C95E0CB9}" type="presParOf" srcId="{FBAB00B6-37F7-49ED-8A8C-5E6C339ECF13}" destId="{69B47C09-812A-4EF0-B09E-51C811CD407D}" srcOrd="0" destOrd="0" presId="urn:microsoft.com/office/officeart/2005/8/layout/bProcess2"/>
    <dgm:cxn modelId="{01D6326D-A90C-4027-A095-230CFB25937C}" type="presParOf" srcId="{FBAB00B6-37F7-49ED-8A8C-5E6C339ECF13}" destId="{74CC14FD-ADA0-4E84-8824-ADA083AC78DD}" srcOrd="1" destOrd="0" presId="urn:microsoft.com/office/officeart/2005/8/layout/bProcess2"/>
    <dgm:cxn modelId="{1B8BA525-DD63-492C-88A2-388F23111461}" type="presParOf" srcId="{2F9F6A77-1FD7-42BD-A2EA-37FC5E497999}" destId="{847C0693-ED5A-4A83-B212-2F0BEEB3D314}" srcOrd="3" destOrd="0" presId="urn:microsoft.com/office/officeart/2005/8/layout/bProcess2"/>
    <dgm:cxn modelId="{73D4D75C-AF96-4FD2-8B67-244B0A882117}" type="presParOf" srcId="{2F9F6A77-1FD7-42BD-A2EA-37FC5E497999}" destId="{FBC06904-5E38-4902-8AFD-5A3D2D8A55F5}" srcOrd="4" destOrd="0" presId="urn:microsoft.com/office/officeart/2005/8/layout/bProcess2"/>
    <dgm:cxn modelId="{A9153739-AD3C-40C8-B8DD-7590850B4C4A}" type="presParOf" srcId="{FBC06904-5E38-4902-8AFD-5A3D2D8A55F5}" destId="{E6516F42-6766-4331-8D4E-4ED302717B00}" srcOrd="0" destOrd="0" presId="urn:microsoft.com/office/officeart/2005/8/layout/bProcess2"/>
    <dgm:cxn modelId="{6D6B14F8-416A-4756-89AC-27FFCBE697E1}" type="presParOf" srcId="{FBC06904-5E38-4902-8AFD-5A3D2D8A55F5}" destId="{F9BBE446-60D6-4D74-BD04-B034C15604DE}" srcOrd="1" destOrd="0" presId="urn:microsoft.com/office/officeart/2005/8/layout/bProcess2"/>
    <dgm:cxn modelId="{9814286F-3EA6-4528-BBDE-BBBF2EEDAF02}" type="presParOf" srcId="{2F9F6A77-1FD7-42BD-A2EA-37FC5E497999}" destId="{D22CF629-F785-4200-BE30-0BDBAD86B5F2}" srcOrd="5" destOrd="0" presId="urn:microsoft.com/office/officeart/2005/8/layout/bProcess2"/>
    <dgm:cxn modelId="{9A49C10B-CFAC-4A89-91B8-A6DAA7E4327A}" type="presParOf" srcId="{2F9F6A77-1FD7-42BD-A2EA-37FC5E497999}" destId="{307F6026-03C7-4084-9225-708AA1FECDC4}" srcOrd="6" destOrd="0" presId="urn:microsoft.com/office/officeart/2005/8/layout/bProcess2"/>
    <dgm:cxn modelId="{F30FB0C8-C7D8-45DB-ADD2-97B693AE3BE7}" type="presParOf" srcId="{307F6026-03C7-4084-9225-708AA1FECDC4}" destId="{410AE153-3F97-4229-AD12-EEA607FB3462}" srcOrd="0" destOrd="0" presId="urn:microsoft.com/office/officeart/2005/8/layout/bProcess2"/>
    <dgm:cxn modelId="{180EC370-A5FF-4300-8C41-726162358EAC}" type="presParOf" srcId="{307F6026-03C7-4084-9225-708AA1FECDC4}" destId="{2268FF5A-C89E-4637-BB06-438083DBD8D9}" srcOrd="1" destOrd="0" presId="urn:microsoft.com/office/officeart/2005/8/layout/bProcess2"/>
    <dgm:cxn modelId="{7AF00AC3-DE15-454E-A496-FB9904C94DB1}" type="presParOf" srcId="{2F9F6A77-1FD7-42BD-A2EA-37FC5E497999}" destId="{B826EBE0-8A93-4179-A72B-4964F22829F1}" srcOrd="7" destOrd="0" presId="urn:microsoft.com/office/officeart/2005/8/layout/bProcess2"/>
    <dgm:cxn modelId="{DC232BF6-A356-4537-B6CB-76CEC4EE49DA}" type="presParOf" srcId="{2F9F6A77-1FD7-42BD-A2EA-37FC5E497999}" destId="{2433359E-304F-4827-8899-A35B5AB435DE}" srcOrd="8" destOrd="0" presId="urn:microsoft.com/office/officeart/2005/8/layout/bProcess2"/>
    <dgm:cxn modelId="{67F0EB8C-4D71-4A4B-8B95-0C11B565F6B7}" type="presParOf" srcId="{2433359E-304F-4827-8899-A35B5AB435DE}" destId="{0CF34979-6BB5-460D-9C62-81445DA7E156}" srcOrd="0" destOrd="0" presId="urn:microsoft.com/office/officeart/2005/8/layout/bProcess2"/>
    <dgm:cxn modelId="{8FF10738-C191-49DF-8A15-094E27FE0067}" type="presParOf" srcId="{2433359E-304F-4827-8899-A35B5AB435DE}" destId="{6AB7F1DE-8E6E-4670-A3C5-222F35427D34}" srcOrd="1" destOrd="0" presId="urn:microsoft.com/office/officeart/2005/8/layout/bProcess2"/>
    <dgm:cxn modelId="{962538C0-BB1B-4FB4-9611-500F25C93F6B}" type="presParOf" srcId="{2F9F6A77-1FD7-42BD-A2EA-37FC5E497999}" destId="{5D16A110-59B9-46E0-9EB5-1C5BA9F9F7EC}" srcOrd="9" destOrd="0" presId="urn:microsoft.com/office/officeart/2005/8/layout/bProcess2"/>
    <dgm:cxn modelId="{9D020712-661B-42B8-9736-6215771CFFFC}" type="presParOf" srcId="{2F9F6A77-1FD7-42BD-A2EA-37FC5E497999}" destId="{3D85ABCD-D281-4BE9-8E29-F07C148D4E99}" srcOrd="10" destOrd="0" presId="urn:microsoft.com/office/officeart/2005/8/layout/bProcess2"/>
    <dgm:cxn modelId="{907A5C9E-9F1D-4459-960B-0562D28C8688}" type="presParOf" srcId="{3D85ABCD-D281-4BE9-8E29-F07C148D4E99}" destId="{7E2E7DDD-9FFC-4BF0-B1B3-83FAD163522F}" srcOrd="0" destOrd="0" presId="urn:microsoft.com/office/officeart/2005/8/layout/bProcess2"/>
    <dgm:cxn modelId="{18665AD3-6B7A-4559-AF37-9982974F576D}" type="presParOf" srcId="{3D85ABCD-D281-4BE9-8E29-F07C148D4E99}" destId="{EC6E5BF1-1C1E-4898-9FD7-28732E912585}" srcOrd="1" destOrd="0" presId="urn:microsoft.com/office/officeart/2005/8/layout/bProcess2"/>
    <dgm:cxn modelId="{F736B907-9094-429E-8821-B0B594EEED2F}" type="presParOf" srcId="{2F9F6A77-1FD7-42BD-A2EA-37FC5E497999}" destId="{6188B0E2-B930-4DDF-874E-27A3E152893D}" srcOrd="11" destOrd="0" presId="urn:microsoft.com/office/officeart/2005/8/layout/bProcess2"/>
    <dgm:cxn modelId="{BA5B6F14-5A38-4FDC-A304-83EF1EB6CC06}" type="presParOf" srcId="{2F9F6A77-1FD7-42BD-A2EA-37FC5E497999}" destId="{BD019CFA-8D6A-45E7-BCF0-05724611E8C9}" srcOrd="12" destOrd="0" presId="urn:microsoft.com/office/officeart/2005/8/layout/bProcess2"/>
    <dgm:cxn modelId="{61CD183A-0F70-4F8B-9E96-59042D70F715}" type="presParOf" srcId="{BD019CFA-8D6A-45E7-BCF0-05724611E8C9}" destId="{72CDC8B0-4CC2-4D5F-9136-C830683C07B5}" srcOrd="0" destOrd="0" presId="urn:microsoft.com/office/officeart/2005/8/layout/bProcess2"/>
    <dgm:cxn modelId="{D7405C13-39EC-42D1-B711-DA15F643450D}" type="presParOf" srcId="{BD019CFA-8D6A-45E7-BCF0-05724611E8C9}" destId="{9A45C0C8-33DC-4911-892B-6F2B91F66A04}" srcOrd="1" destOrd="0" presId="urn:microsoft.com/office/officeart/2005/8/layout/bProcess2"/>
    <dgm:cxn modelId="{AD349AF0-1CD8-42FF-A147-7A36FF32B2D5}" type="presParOf" srcId="{2F9F6A77-1FD7-42BD-A2EA-37FC5E497999}" destId="{0340D5C6-86A4-4316-B9B7-AC9160B9792F}" srcOrd="13" destOrd="0" presId="urn:microsoft.com/office/officeart/2005/8/layout/bProcess2"/>
    <dgm:cxn modelId="{8E1BAEF0-8987-413A-B0EF-005B2BA58420}" type="presParOf" srcId="{2F9F6A77-1FD7-42BD-A2EA-37FC5E497999}" destId="{0E96B95F-A21E-4C34-94FE-0868879E3556}" srcOrd="14" destOrd="0" presId="urn:microsoft.com/office/officeart/2005/8/layout/bProcess2"/>
    <dgm:cxn modelId="{4E9A285C-66DC-4D30-99AA-CFE3559D35A0}" type="presParOf" srcId="{0E96B95F-A21E-4C34-94FE-0868879E3556}" destId="{0664BB61-C144-49F8-B350-CBC08E58366C}" srcOrd="0" destOrd="0" presId="urn:microsoft.com/office/officeart/2005/8/layout/bProcess2"/>
    <dgm:cxn modelId="{A656406D-1BD6-4132-A72F-498AEEC738FC}" type="presParOf" srcId="{0E96B95F-A21E-4C34-94FE-0868879E3556}" destId="{E2793A36-96D6-4C2F-A395-88C8E6CCAFED}" srcOrd="1" destOrd="0" presId="urn:microsoft.com/office/officeart/2005/8/layout/bProcess2"/>
    <dgm:cxn modelId="{92CAC696-C66F-4A91-8F60-25276680E044}" type="presParOf" srcId="{2F9F6A77-1FD7-42BD-A2EA-37FC5E497999}" destId="{363952F5-2B98-42D0-A716-6F5E3DAD993A}" srcOrd="15" destOrd="0" presId="urn:microsoft.com/office/officeart/2005/8/layout/bProcess2"/>
    <dgm:cxn modelId="{F4F149CE-2BFE-4A70-80FF-C9AD5F94BD3F}" type="presParOf" srcId="{2F9F6A77-1FD7-42BD-A2EA-37FC5E497999}" destId="{F2ED14B2-FF11-4B50-8F94-F13571C7811B}" srcOrd="16" destOrd="0" presId="urn:microsoft.com/office/officeart/2005/8/layout/b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A77EC277-83E4-4B25-8303-2CDD07E36FE2}" type="doc">
      <dgm:prSet loTypeId="urn:microsoft.com/office/officeart/2005/8/layout/list1" loCatId="list" qsTypeId="urn:microsoft.com/office/officeart/2005/8/quickstyle/3d3" qsCatId="3D" csTypeId="urn:microsoft.com/office/officeart/2005/8/colors/colorful3" csCatId="colorful" phldr="1"/>
      <dgm:spPr/>
      <dgm:t>
        <a:bodyPr/>
        <a:lstStyle/>
        <a:p>
          <a:endParaRPr lang="th-TH"/>
        </a:p>
      </dgm:t>
    </dgm:pt>
    <dgm:pt modelId="{063A8693-D9A5-4614-8791-D1A48D9C126B}">
      <dgm:prSet phldrT="[ข้อความ]" custT="1"/>
      <dgm:spPr/>
      <dgm:t>
        <a:bodyPr/>
        <a:lstStyle/>
        <a:p>
          <a:r>
            <a:rPr lang="th-TH" sz="3600" b="1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การควบคุมการสอบสวน</a:t>
          </a:r>
          <a:endParaRPr lang="th-TH" sz="3600" b="1" dirty="0">
            <a:solidFill>
              <a:schemeClr val="tx1"/>
            </a:solidFill>
            <a:effectLst/>
            <a:latin typeface="TH SarabunPSK" pitchFamily="34" charset="-34"/>
            <a:cs typeface="TH SarabunPSK" pitchFamily="34" charset="-34"/>
          </a:endParaRPr>
        </a:p>
      </dgm:t>
    </dgm:pt>
    <dgm:pt modelId="{EE878A66-B964-43EF-9E66-740B0951AD9E}" type="parTrans" cxnId="{D0966D30-77BD-45FB-83B5-7174AF535603}">
      <dgm:prSet/>
      <dgm:spPr/>
      <dgm:t>
        <a:bodyPr/>
        <a:lstStyle/>
        <a:p>
          <a:endParaRPr lang="th-TH"/>
        </a:p>
      </dgm:t>
    </dgm:pt>
    <dgm:pt modelId="{0A9F4F4F-F865-40EE-AA43-2EFD84207149}" type="sibTrans" cxnId="{D0966D30-77BD-45FB-83B5-7174AF535603}">
      <dgm:prSet/>
      <dgm:spPr/>
      <dgm:t>
        <a:bodyPr/>
        <a:lstStyle/>
        <a:p>
          <a:endParaRPr lang="th-TH"/>
        </a:p>
      </dgm:t>
    </dgm:pt>
    <dgm:pt modelId="{7E6B4D90-944A-45BE-86AC-731D426EFCA7}">
      <dgm:prSet phldrT="[ข้อความ]" custT="1"/>
      <dgm:spPr/>
      <dgm:t>
        <a:bodyPr/>
        <a:lstStyle/>
        <a:p>
          <a:r>
            <a:rPr lang="th-TH" sz="3600" b="1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การเก็บรักษาพยานหลักฐาน</a:t>
          </a:r>
          <a:endParaRPr lang="th-TH" sz="3600" b="1" dirty="0">
            <a:solidFill>
              <a:schemeClr val="tx1"/>
            </a:solidFill>
            <a:effectLst/>
            <a:latin typeface="TH SarabunPSK" pitchFamily="34" charset="-34"/>
            <a:cs typeface="TH SarabunPSK" pitchFamily="34" charset="-34"/>
          </a:endParaRPr>
        </a:p>
      </dgm:t>
    </dgm:pt>
    <dgm:pt modelId="{7B65E92B-2F1E-4719-9A78-F1D03BF63D1E}" type="parTrans" cxnId="{83B6888A-D50F-4600-84CC-E0AB76638223}">
      <dgm:prSet/>
      <dgm:spPr/>
      <dgm:t>
        <a:bodyPr/>
        <a:lstStyle/>
        <a:p>
          <a:endParaRPr lang="th-TH"/>
        </a:p>
      </dgm:t>
    </dgm:pt>
    <dgm:pt modelId="{90B50573-D554-470E-BC92-12CADE3E747D}" type="sibTrans" cxnId="{83B6888A-D50F-4600-84CC-E0AB76638223}">
      <dgm:prSet/>
      <dgm:spPr/>
      <dgm:t>
        <a:bodyPr/>
        <a:lstStyle/>
        <a:p>
          <a:endParaRPr lang="th-TH"/>
        </a:p>
      </dgm:t>
    </dgm:pt>
    <dgm:pt modelId="{BDF83456-774C-4179-BA0B-7F26ADC817A2}">
      <dgm:prSet phldrT="[ข้อความ]" custT="1"/>
      <dgm:spPr/>
      <dgm:t>
        <a:bodyPr/>
        <a:lstStyle/>
        <a:p>
          <a:r>
            <a:rPr lang="th-TH" sz="3600" b="1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การกันผู้ต้องหาไว้เป็นพยาน</a:t>
          </a:r>
        </a:p>
      </dgm:t>
    </dgm:pt>
    <dgm:pt modelId="{EB8B7B12-CD23-4660-A997-AFA750F2BDBB}" type="parTrans" cxnId="{8D733A51-27AD-4C08-A5D0-06A9650493D6}">
      <dgm:prSet/>
      <dgm:spPr/>
      <dgm:t>
        <a:bodyPr/>
        <a:lstStyle/>
        <a:p>
          <a:endParaRPr lang="th-TH"/>
        </a:p>
      </dgm:t>
    </dgm:pt>
    <dgm:pt modelId="{1FD15D42-160A-4F68-89EA-9B785AD54663}" type="sibTrans" cxnId="{8D733A51-27AD-4C08-A5D0-06A9650493D6}">
      <dgm:prSet/>
      <dgm:spPr/>
      <dgm:t>
        <a:bodyPr/>
        <a:lstStyle/>
        <a:p>
          <a:endParaRPr lang="th-TH"/>
        </a:p>
      </dgm:t>
    </dgm:pt>
    <dgm:pt modelId="{28D2D970-246E-4185-9C57-B7572FA9553F}">
      <dgm:prSet phldrT="[ข้อความ]" custT="1"/>
      <dgm:spPr/>
      <dgm:t>
        <a:bodyPr/>
        <a:lstStyle/>
        <a:p>
          <a:r>
            <a:rPr lang="th-TH" sz="3600" b="1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การคุ้มครองพยาน</a:t>
          </a:r>
        </a:p>
      </dgm:t>
    </dgm:pt>
    <dgm:pt modelId="{F0DEE210-AAF3-4C47-B7EE-9807470B0EB5}" type="parTrans" cxnId="{2629828D-14E3-4AC8-933A-5ABE64959F11}">
      <dgm:prSet/>
      <dgm:spPr/>
      <dgm:t>
        <a:bodyPr/>
        <a:lstStyle/>
        <a:p>
          <a:endParaRPr lang="th-TH"/>
        </a:p>
      </dgm:t>
    </dgm:pt>
    <dgm:pt modelId="{91093451-3213-4254-BA03-CFB4FCCD1512}" type="sibTrans" cxnId="{2629828D-14E3-4AC8-933A-5ABE64959F11}">
      <dgm:prSet/>
      <dgm:spPr/>
      <dgm:t>
        <a:bodyPr/>
        <a:lstStyle/>
        <a:p>
          <a:endParaRPr lang="th-TH"/>
        </a:p>
      </dgm:t>
    </dgm:pt>
    <dgm:pt modelId="{53C438A2-7CC2-4A8D-B243-677605EA73A0}">
      <dgm:prSet phldrT="[ข้อความ]" custT="1"/>
      <dgm:spPr/>
      <dgm:t>
        <a:bodyPr/>
        <a:lstStyle/>
        <a:p>
          <a:r>
            <a:rPr lang="th-TH" sz="3600" b="1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การนำสืบพยาน</a:t>
          </a:r>
        </a:p>
      </dgm:t>
    </dgm:pt>
    <dgm:pt modelId="{1AD15C98-E4C5-424C-B3F4-F08960A01293}" type="parTrans" cxnId="{1897F1BF-57B3-4D9A-84CA-792B0B974E48}">
      <dgm:prSet/>
      <dgm:spPr/>
      <dgm:t>
        <a:bodyPr/>
        <a:lstStyle/>
        <a:p>
          <a:endParaRPr lang="th-TH"/>
        </a:p>
      </dgm:t>
    </dgm:pt>
    <dgm:pt modelId="{21AEB7E4-5B52-4A5B-987B-7E30F2385E01}" type="sibTrans" cxnId="{1897F1BF-57B3-4D9A-84CA-792B0B974E48}">
      <dgm:prSet/>
      <dgm:spPr/>
      <dgm:t>
        <a:bodyPr/>
        <a:lstStyle/>
        <a:p>
          <a:endParaRPr lang="th-TH"/>
        </a:p>
      </dgm:t>
    </dgm:pt>
    <dgm:pt modelId="{21B614BA-5D13-4EE6-ACD1-B429B4D2C1D8}" type="pres">
      <dgm:prSet presAssocID="{A77EC277-83E4-4B25-8303-2CDD07E36FE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th-TH"/>
        </a:p>
      </dgm:t>
    </dgm:pt>
    <dgm:pt modelId="{0BF1D58B-687A-405A-BD31-22E663B40BFA}" type="pres">
      <dgm:prSet presAssocID="{063A8693-D9A5-4614-8791-D1A48D9C126B}" presName="parentLin" presStyleCnt="0"/>
      <dgm:spPr/>
    </dgm:pt>
    <dgm:pt modelId="{67469D3F-4645-430F-9E65-C727F83F81F1}" type="pres">
      <dgm:prSet presAssocID="{063A8693-D9A5-4614-8791-D1A48D9C126B}" presName="parentLeftMargin" presStyleLbl="node1" presStyleIdx="0" presStyleCnt="5"/>
      <dgm:spPr/>
      <dgm:t>
        <a:bodyPr/>
        <a:lstStyle/>
        <a:p>
          <a:endParaRPr lang="th-TH"/>
        </a:p>
      </dgm:t>
    </dgm:pt>
    <dgm:pt modelId="{C53F2AB7-618D-49F5-B09E-3183ACAD8EF2}" type="pres">
      <dgm:prSet presAssocID="{063A8693-D9A5-4614-8791-D1A48D9C126B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87E4E79E-3DF3-4C06-A375-031280D04482}" type="pres">
      <dgm:prSet presAssocID="{063A8693-D9A5-4614-8791-D1A48D9C126B}" presName="negativeSpace" presStyleCnt="0"/>
      <dgm:spPr/>
    </dgm:pt>
    <dgm:pt modelId="{AB8DA7A0-754C-40CA-B617-7A06584601BB}" type="pres">
      <dgm:prSet presAssocID="{063A8693-D9A5-4614-8791-D1A48D9C126B}" presName="childText" presStyleLbl="conFgAcc1" presStyleIdx="0" presStyleCnt="5">
        <dgm:presLayoutVars>
          <dgm:bulletEnabled val="1"/>
        </dgm:presLayoutVars>
      </dgm:prSet>
      <dgm:spPr/>
    </dgm:pt>
    <dgm:pt modelId="{ED82A194-7D6C-4C36-BD58-806A4EA8FB01}" type="pres">
      <dgm:prSet presAssocID="{0A9F4F4F-F865-40EE-AA43-2EFD84207149}" presName="spaceBetweenRectangles" presStyleCnt="0"/>
      <dgm:spPr/>
    </dgm:pt>
    <dgm:pt modelId="{F51DB564-AC69-43F1-9347-136EE2BBE2D0}" type="pres">
      <dgm:prSet presAssocID="{7E6B4D90-944A-45BE-86AC-731D426EFCA7}" presName="parentLin" presStyleCnt="0"/>
      <dgm:spPr/>
    </dgm:pt>
    <dgm:pt modelId="{7FB5BF57-661E-4F63-B9CE-276E4F69C525}" type="pres">
      <dgm:prSet presAssocID="{7E6B4D90-944A-45BE-86AC-731D426EFCA7}" presName="parentLeftMargin" presStyleLbl="node1" presStyleIdx="0" presStyleCnt="5"/>
      <dgm:spPr/>
      <dgm:t>
        <a:bodyPr/>
        <a:lstStyle/>
        <a:p>
          <a:endParaRPr lang="th-TH"/>
        </a:p>
      </dgm:t>
    </dgm:pt>
    <dgm:pt modelId="{3031F372-0EAB-48E3-ADDB-A9C828BFEC64}" type="pres">
      <dgm:prSet presAssocID="{7E6B4D90-944A-45BE-86AC-731D426EFCA7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C76E2326-D7C8-435D-AD69-4C8FE4CA9C79}" type="pres">
      <dgm:prSet presAssocID="{7E6B4D90-944A-45BE-86AC-731D426EFCA7}" presName="negativeSpace" presStyleCnt="0"/>
      <dgm:spPr/>
    </dgm:pt>
    <dgm:pt modelId="{4D94EA5B-85FC-4234-A1E8-8D82F6FFE2D2}" type="pres">
      <dgm:prSet presAssocID="{7E6B4D90-944A-45BE-86AC-731D426EFCA7}" presName="childText" presStyleLbl="conFgAcc1" presStyleIdx="1" presStyleCnt="5">
        <dgm:presLayoutVars>
          <dgm:bulletEnabled val="1"/>
        </dgm:presLayoutVars>
      </dgm:prSet>
      <dgm:spPr/>
    </dgm:pt>
    <dgm:pt modelId="{E66F2471-DE00-4FEC-84C5-EFAB8D839491}" type="pres">
      <dgm:prSet presAssocID="{90B50573-D554-470E-BC92-12CADE3E747D}" presName="spaceBetweenRectangles" presStyleCnt="0"/>
      <dgm:spPr/>
    </dgm:pt>
    <dgm:pt modelId="{C9E6CB21-9BA1-4CCD-A262-7EE83DAD13ED}" type="pres">
      <dgm:prSet presAssocID="{BDF83456-774C-4179-BA0B-7F26ADC817A2}" presName="parentLin" presStyleCnt="0"/>
      <dgm:spPr/>
    </dgm:pt>
    <dgm:pt modelId="{40E71CEA-C4B7-49A3-A03B-17BEC74F0FD4}" type="pres">
      <dgm:prSet presAssocID="{BDF83456-774C-4179-BA0B-7F26ADC817A2}" presName="parentLeftMargin" presStyleLbl="node1" presStyleIdx="1" presStyleCnt="5"/>
      <dgm:spPr/>
      <dgm:t>
        <a:bodyPr/>
        <a:lstStyle/>
        <a:p>
          <a:endParaRPr lang="th-TH"/>
        </a:p>
      </dgm:t>
    </dgm:pt>
    <dgm:pt modelId="{3D77DC37-DCDE-4174-9B96-6B9FBDCF107B}" type="pres">
      <dgm:prSet presAssocID="{BDF83456-774C-4179-BA0B-7F26ADC817A2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6A7B7B1D-450D-4819-B916-CA3BB3F99A03}" type="pres">
      <dgm:prSet presAssocID="{BDF83456-774C-4179-BA0B-7F26ADC817A2}" presName="negativeSpace" presStyleCnt="0"/>
      <dgm:spPr/>
    </dgm:pt>
    <dgm:pt modelId="{A1E96223-16B3-4753-B322-322766CF5D6C}" type="pres">
      <dgm:prSet presAssocID="{BDF83456-774C-4179-BA0B-7F26ADC817A2}" presName="childText" presStyleLbl="conFgAcc1" presStyleIdx="2" presStyleCnt="5">
        <dgm:presLayoutVars>
          <dgm:bulletEnabled val="1"/>
        </dgm:presLayoutVars>
      </dgm:prSet>
      <dgm:spPr/>
    </dgm:pt>
    <dgm:pt modelId="{B93E7FAB-8FA2-4A3A-A4DD-E1641AC93C9D}" type="pres">
      <dgm:prSet presAssocID="{1FD15D42-160A-4F68-89EA-9B785AD54663}" presName="spaceBetweenRectangles" presStyleCnt="0"/>
      <dgm:spPr/>
    </dgm:pt>
    <dgm:pt modelId="{0900D0FE-4B24-4B2A-9FB3-6A1A0D8A9A27}" type="pres">
      <dgm:prSet presAssocID="{28D2D970-246E-4185-9C57-B7572FA9553F}" presName="parentLin" presStyleCnt="0"/>
      <dgm:spPr/>
    </dgm:pt>
    <dgm:pt modelId="{50AD281F-5A12-4B32-A083-2124C923B84F}" type="pres">
      <dgm:prSet presAssocID="{28D2D970-246E-4185-9C57-B7572FA9553F}" presName="parentLeftMargin" presStyleLbl="node1" presStyleIdx="2" presStyleCnt="5"/>
      <dgm:spPr/>
      <dgm:t>
        <a:bodyPr/>
        <a:lstStyle/>
        <a:p>
          <a:endParaRPr lang="th-TH"/>
        </a:p>
      </dgm:t>
    </dgm:pt>
    <dgm:pt modelId="{353B9648-AF73-4D89-9156-2B60BF4143DA}" type="pres">
      <dgm:prSet presAssocID="{28D2D970-246E-4185-9C57-B7572FA9553F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7CCB9DB8-8137-4890-8CBF-A5999BC05F2A}" type="pres">
      <dgm:prSet presAssocID="{28D2D970-246E-4185-9C57-B7572FA9553F}" presName="negativeSpace" presStyleCnt="0"/>
      <dgm:spPr/>
    </dgm:pt>
    <dgm:pt modelId="{712A5900-E490-4975-AE72-C9B81064A372}" type="pres">
      <dgm:prSet presAssocID="{28D2D970-246E-4185-9C57-B7572FA9553F}" presName="childText" presStyleLbl="conFgAcc1" presStyleIdx="3" presStyleCnt="5">
        <dgm:presLayoutVars>
          <dgm:bulletEnabled val="1"/>
        </dgm:presLayoutVars>
      </dgm:prSet>
      <dgm:spPr/>
    </dgm:pt>
    <dgm:pt modelId="{16EF50C3-AF28-4276-A86C-D3FDE47D72D5}" type="pres">
      <dgm:prSet presAssocID="{91093451-3213-4254-BA03-CFB4FCCD1512}" presName="spaceBetweenRectangles" presStyleCnt="0"/>
      <dgm:spPr/>
    </dgm:pt>
    <dgm:pt modelId="{F6726729-E6E5-4CEB-8DC2-DF56891BB50F}" type="pres">
      <dgm:prSet presAssocID="{53C438A2-7CC2-4A8D-B243-677605EA73A0}" presName="parentLin" presStyleCnt="0"/>
      <dgm:spPr/>
    </dgm:pt>
    <dgm:pt modelId="{D1851B95-BFD7-498B-9356-65B41D8E8BA7}" type="pres">
      <dgm:prSet presAssocID="{53C438A2-7CC2-4A8D-B243-677605EA73A0}" presName="parentLeftMargin" presStyleLbl="node1" presStyleIdx="3" presStyleCnt="5"/>
      <dgm:spPr/>
      <dgm:t>
        <a:bodyPr/>
        <a:lstStyle/>
        <a:p>
          <a:endParaRPr lang="th-TH"/>
        </a:p>
      </dgm:t>
    </dgm:pt>
    <dgm:pt modelId="{0A67F2D1-FAB8-490D-8DCA-ACB7B4292251}" type="pres">
      <dgm:prSet presAssocID="{53C438A2-7CC2-4A8D-B243-677605EA73A0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4B7CE417-FF88-46CE-AA1B-124B0A8F85B9}" type="pres">
      <dgm:prSet presAssocID="{53C438A2-7CC2-4A8D-B243-677605EA73A0}" presName="negativeSpace" presStyleCnt="0"/>
      <dgm:spPr/>
    </dgm:pt>
    <dgm:pt modelId="{6002D7D4-36CA-48B2-A7F2-89908E911FDD}" type="pres">
      <dgm:prSet presAssocID="{53C438A2-7CC2-4A8D-B243-677605EA73A0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BBC14849-FC1C-4E8C-B3B8-4D852CAD2305}" type="presOf" srcId="{7E6B4D90-944A-45BE-86AC-731D426EFCA7}" destId="{3031F372-0EAB-48E3-ADDB-A9C828BFEC64}" srcOrd="1" destOrd="0" presId="urn:microsoft.com/office/officeart/2005/8/layout/list1"/>
    <dgm:cxn modelId="{1897F1BF-57B3-4D9A-84CA-792B0B974E48}" srcId="{A77EC277-83E4-4B25-8303-2CDD07E36FE2}" destId="{53C438A2-7CC2-4A8D-B243-677605EA73A0}" srcOrd="4" destOrd="0" parTransId="{1AD15C98-E4C5-424C-B3F4-F08960A01293}" sibTransId="{21AEB7E4-5B52-4A5B-987B-7E30F2385E01}"/>
    <dgm:cxn modelId="{D0966D30-77BD-45FB-83B5-7174AF535603}" srcId="{A77EC277-83E4-4B25-8303-2CDD07E36FE2}" destId="{063A8693-D9A5-4614-8791-D1A48D9C126B}" srcOrd="0" destOrd="0" parTransId="{EE878A66-B964-43EF-9E66-740B0951AD9E}" sibTransId="{0A9F4F4F-F865-40EE-AA43-2EFD84207149}"/>
    <dgm:cxn modelId="{DBCCC9D6-5104-44F5-BA26-D1BAD21A2467}" type="presOf" srcId="{063A8693-D9A5-4614-8791-D1A48D9C126B}" destId="{C53F2AB7-618D-49F5-B09E-3183ACAD8EF2}" srcOrd="1" destOrd="0" presId="urn:microsoft.com/office/officeart/2005/8/layout/list1"/>
    <dgm:cxn modelId="{4D193067-C557-478B-A080-D1190F43132F}" type="presOf" srcId="{BDF83456-774C-4179-BA0B-7F26ADC817A2}" destId="{40E71CEA-C4B7-49A3-A03B-17BEC74F0FD4}" srcOrd="0" destOrd="0" presId="urn:microsoft.com/office/officeart/2005/8/layout/list1"/>
    <dgm:cxn modelId="{8D733A51-27AD-4C08-A5D0-06A9650493D6}" srcId="{A77EC277-83E4-4B25-8303-2CDD07E36FE2}" destId="{BDF83456-774C-4179-BA0B-7F26ADC817A2}" srcOrd="2" destOrd="0" parTransId="{EB8B7B12-CD23-4660-A997-AFA750F2BDBB}" sibTransId="{1FD15D42-160A-4F68-89EA-9B785AD54663}"/>
    <dgm:cxn modelId="{97283626-6AE2-4B32-B7DC-89E5E0D1B20F}" type="presOf" srcId="{BDF83456-774C-4179-BA0B-7F26ADC817A2}" destId="{3D77DC37-DCDE-4174-9B96-6B9FBDCF107B}" srcOrd="1" destOrd="0" presId="urn:microsoft.com/office/officeart/2005/8/layout/list1"/>
    <dgm:cxn modelId="{BBDE9F9B-2E64-4018-A157-066B43549B2E}" type="presOf" srcId="{53C438A2-7CC2-4A8D-B243-677605EA73A0}" destId="{D1851B95-BFD7-498B-9356-65B41D8E8BA7}" srcOrd="0" destOrd="0" presId="urn:microsoft.com/office/officeart/2005/8/layout/list1"/>
    <dgm:cxn modelId="{1C4101B2-F2C9-4223-AA25-E11090DC856A}" type="presOf" srcId="{28D2D970-246E-4185-9C57-B7572FA9553F}" destId="{50AD281F-5A12-4B32-A083-2124C923B84F}" srcOrd="0" destOrd="0" presId="urn:microsoft.com/office/officeart/2005/8/layout/list1"/>
    <dgm:cxn modelId="{20CC6ACA-0D77-46F9-B3F5-8DC973C0B02F}" type="presOf" srcId="{063A8693-D9A5-4614-8791-D1A48D9C126B}" destId="{67469D3F-4645-430F-9E65-C727F83F81F1}" srcOrd="0" destOrd="0" presId="urn:microsoft.com/office/officeart/2005/8/layout/list1"/>
    <dgm:cxn modelId="{2629828D-14E3-4AC8-933A-5ABE64959F11}" srcId="{A77EC277-83E4-4B25-8303-2CDD07E36FE2}" destId="{28D2D970-246E-4185-9C57-B7572FA9553F}" srcOrd="3" destOrd="0" parTransId="{F0DEE210-AAF3-4C47-B7EE-9807470B0EB5}" sibTransId="{91093451-3213-4254-BA03-CFB4FCCD1512}"/>
    <dgm:cxn modelId="{DC69B3E0-E585-4E2B-9EA7-13453D32DD97}" type="presOf" srcId="{A77EC277-83E4-4B25-8303-2CDD07E36FE2}" destId="{21B614BA-5D13-4EE6-ACD1-B429B4D2C1D8}" srcOrd="0" destOrd="0" presId="urn:microsoft.com/office/officeart/2005/8/layout/list1"/>
    <dgm:cxn modelId="{AF0098FA-566B-4E1C-9B33-96BAADB8872A}" type="presOf" srcId="{28D2D970-246E-4185-9C57-B7572FA9553F}" destId="{353B9648-AF73-4D89-9156-2B60BF4143DA}" srcOrd="1" destOrd="0" presId="urn:microsoft.com/office/officeart/2005/8/layout/list1"/>
    <dgm:cxn modelId="{83B6888A-D50F-4600-84CC-E0AB76638223}" srcId="{A77EC277-83E4-4B25-8303-2CDD07E36FE2}" destId="{7E6B4D90-944A-45BE-86AC-731D426EFCA7}" srcOrd="1" destOrd="0" parTransId="{7B65E92B-2F1E-4719-9A78-F1D03BF63D1E}" sibTransId="{90B50573-D554-470E-BC92-12CADE3E747D}"/>
    <dgm:cxn modelId="{55BB4FC8-30AE-47A5-A68A-590A7E5A52B6}" type="presOf" srcId="{7E6B4D90-944A-45BE-86AC-731D426EFCA7}" destId="{7FB5BF57-661E-4F63-B9CE-276E4F69C525}" srcOrd="0" destOrd="0" presId="urn:microsoft.com/office/officeart/2005/8/layout/list1"/>
    <dgm:cxn modelId="{EF34620C-25C2-42AF-99D0-1E3C83900DC6}" type="presOf" srcId="{53C438A2-7CC2-4A8D-B243-677605EA73A0}" destId="{0A67F2D1-FAB8-490D-8DCA-ACB7B4292251}" srcOrd="1" destOrd="0" presId="urn:microsoft.com/office/officeart/2005/8/layout/list1"/>
    <dgm:cxn modelId="{6D2BA2D2-0D49-49D0-B2CD-44DD7AD6BAF9}" type="presParOf" srcId="{21B614BA-5D13-4EE6-ACD1-B429B4D2C1D8}" destId="{0BF1D58B-687A-405A-BD31-22E663B40BFA}" srcOrd="0" destOrd="0" presId="urn:microsoft.com/office/officeart/2005/8/layout/list1"/>
    <dgm:cxn modelId="{F254C031-73DC-496C-B900-DDE1DA48B0C2}" type="presParOf" srcId="{0BF1D58B-687A-405A-BD31-22E663B40BFA}" destId="{67469D3F-4645-430F-9E65-C727F83F81F1}" srcOrd="0" destOrd="0" presId="urn:microsoft.com/office/officeart/2005/8/layout/list1"/>
    <dgm:cxn modelId="{1A95DC44-C91D-45E2-AC63-6264EAAEAA92}" type="presParOf" srcId="{0BF1D58B-687A-405A-BD31-22E663B40BFA}" destId="{C53F2AB7-618D-49F5-B09E-3183ACAD8EF2}" srcOrd="1" destOrd="0" presId="urn:microsoft.com/office/officeart/2005/8/layout/list1"/>
    <dgm:cxn modelId="{00258DD7-2B36-441D-A32D-F11665C83D75}" type="presParOf" srcId="{21B614BA-5D13-4EE6-ACD1-B429B4D2C1D8}" destId="{87E4E79E-3DF3-4C06-A375-031280D04482}" srcOrd="1" destOrd="0" presId="urn:microsoft.com/office/officeart/2005/8/layout/list1"/>
    <dgm:cxn modelId="{6AFEC7E0-212E-4FF3-9BF8-B6C7410A93FA}" type="presParOf" srcId="{21B614BA-5D13-4EE6-ACD1-B429B4D2C1D8}" destId="{AB8DA7A0-754C-40CA-B617-7A06584601BB}" srcOrd="2" destOrd="0" presId="urn:microsoft.com/office/officeart/2005/8/layout/list1"/>
    <dgm:cxn modelId="{8EE7A07B-B693-4C5E-9A01-7D1C0D34814B}" type="presParOf" srcId="{21B614BA-5D13-4EE6-ACD1-B429B4D2C1D8}" destId="{ED82A194-7D6C-4C36-BD58-806A4EA8FB01}" srcOrd="3" destOrd="0" presId="urn:microsoft.com/office/officeart/2005/8/layout/list1"/>
    <dgm:cxn modelId="{83D520EF-312C-4154-9256-DD0F655AC43C}" type="presParOf" srcId="{21B614BA-5D13-4EE6-ACD1-B429B4D2C1D8}" destId="{F51DB564-AC69-43F1-9347-136EE2BBE2D0}" srcOrd="4" destOrd="0" presId="urn:microsoft.com/office/officeart/2005/8/layout/list1"/>
    <dgm:cxn modelId="{26B1B59A-F5A7-40F1-9324-DAE824D4F347}" type="presParOf" srcId="{F51DB564-AC69-43F1-9347-136EE2BBE2D0}" destId="{7FB5BF57-661E-4F63-B9CE-276E4F69C525}" srcOrd="0" destOrd="0" presId="urn:microsoft.com/office/officeart/2005/8/layout/list1"/>
    <dgm:cxn modelId="{E6F26039-89B7-4E38-BB53-C6F4126F0F07}" type="presParOf" srcId="{F51DB564-AC69-43F1-9347-136EE2BBE2D0}" destId="{3031F372-0EAB-48E3-ADDB-A9C828BFEC64}" srcOrd="1" destOrd="0" presId="urn:microsoft.com/office/officeart/2005/8/layout/list1"/>
    <dgm:cxn modelId="{64AC551A-8517-4D48-9C85-BF841FFD2C71}" type="presParOf" srcId="{21B614BA-5D13-4EE6-ACD1-B429B4D2C1D8}" destId="{C76E2326-D7C8-435D-AD69-4C8FE4CA9C79}" srcOrd="5" destOrd="0" presId="urn:microsoft.com/office/officeart/2005/8/layout/list1"/>
    <dgm:cxn modelId="{22B6B18B-F5F9-4FE6-BB12-C83A9121C541}" type="presParOf" srcId="{21B614BA-5D13-4EE6-ACD1-B429B4D2C1D8}" destId="{4D94EA5B-85FC-4234-A1E8-8D82F6FFE2D2}" srcOrd="6" destOrd="0" presId="urn:microsoft.com/office/officeart/2005/8/layout/list1"/>
    <dgm:cxn modelId="{C8CB8DFF-BBD9-46B1-8E19-57B805E19ACB}" type="presParOf" srcId="{21B614BA-5D13-4EE6-ACD1-B429B4D2C1D8}" destId="{E66F2471-DE00-4FEC-84C5-EFAB8D839491}" srcOrd="7" destOrd="0" presId="urn:microsoft.com/office/officeart/2005/8/layout/list1"/>
    <dgm:cxn modelId="{BCAC3C06-966A-42B5-A61D-BBD806AF30A8}" type="presParOf" srcId="{21B614BA-5D13-4EE6-ACD1-B429B4D2C1D8}" destId="{C9E6CB21-9BA1-4CCD-A262-7EE83DAD13ED}" srcOrd="8" destOrd="0" presId="urn:microsoft.com/office/officeart/2005/8/layout/list1"/>
    <dgm:cxn modelId="{78711E09-E1C3-45C8-90CA-DCF52D4E7FCC}" type="presParOf" srcId="{C9E6CB21-9BA1-4CCD-A262-7EE83DAD13ED}" destId="{40E71CEA-C4B7-49A3-A03B-17BEC74F0FD4}" srcOrd="0" destOrd="0" presId="urn:microsoft.com/office/officeart/2005/8/layout/list1"/>
    <dgm:cxn modelId="{E5DF40E8-14DF-4CDC-BFC8-DE99BA937DAF}" type="presParOf" srcId="{C9E6CB21-9BA1-4CCD-A262-7EE83DAD13ED}" destId="{3D77DC37-DCDE-4174-9B96-6B9FBDCF107B}" srcOrd="1" destOrd="0" presId="urn:microsoft.com/office/officeart/2005/8/layout/list1"/>
    <dgm:cxn modelId="{CFD3363C-0E9C-47A5-83D0-F36E35CD2E27}" type="presParOf" srcId="{21B614BA-5D13-4EE6-ACD1-B429B4D2C1D8}" destId="{6A7B7B1D-450D-4819-B916-CA3BB3F99A03}" srcOrd="9" destOrd="0" presId="urn:microsoft.com/office/officeart/2005/8/layout/list1"/>
    <dgm:cxn modelId="{6AE755CF-0346-43EF-AA80-6FEC8829BAD4}" type="presParOf" srcId="{21B614BA-5D13-4EE6-ACD1-B429B4D2C1D8}" destId="{A1E96223-16B3-4753-B322-322766CF5D6C}" srcOrd="10" destOrd="0" presId="urn:microsoft.com/office/officeart/2005/8/layout/list1"/>
    <dgm:cxn modelId="{ECE48B7C-A712-4079-BDE3-FB8B33D6A405}" type="presParOf" srcId="{21B614BA-5D13-4EE6-ACD1-B429B4D2C1D8}" destId="{B93E7FAB-8FA2-4A3A-A4DD-E1641AC93C9D}" srcOrd="11" destOrd="0" presId="urn:microsoft.com/office/officeart/2005/8/layout/list1"/>
    <dgm:cxn modelId="{77A98E27-9617-4C57-9FA8-0E0A962280BC}" type="presParOf" srcId="{21B614BA-5D13-4EE6-ACD1-B429B4D2C1D8}" destId="{0900D0FE-4B24-4B2A-9FB3-6A1A0D8A9A27}" srcOrd="12" destOrd="0" presId="urn:microsoft.com/office/officeart/2005/8/layout/list1"/>
    <dgm:cxn modelId="{B5ADAA34-8B97-4BAF-A152-9BCAB5BDD2AF}" type="presParOf" srcId="{0900D0FE-4B24-4B2A-9FB3-6A1A0D8A9A27}" destId="{50AD281F-5A12-4B32-A083-2124C923B84F}" srcOrd="0" destOrd="0" presId="urn:microsoft.com/office/officeart/2005/8/layout/list1"/>
    <dgm:cxn modelId="{4759F59E-44AE-4AC3-98B4-CE7F2E01EB4E}" type="presParOf" srcId="{0900D0FE-4B24-4B2A-9FB3-6A1A0D8A9A27}" destId="{353B9648-AF73-4D89-9156-2B60BF4143DA}" srcOrd="1" destOrd="0" presId="urn:microsoft.com/office/officeart/2005/8/layout/list1"/>
    <dgm:cxn modelId="{B45EDDB3-4AA3-4541-A4DA-E855689525A4}" type="presParOf" srcId="{21B614BA-5D13-4EE6-ACD1-B429B4D2C1D8}" destId="{7CCB9DB8-8137-4890-8CBF-A5999BC05F2A}" srcOrd="13" destOrd="0" presId="urn:microsoft.com/office/officeart/2005/8/layout/list1"/>
    <dgm:cxn modelId="{15202075-3FE8-4BCD-90DA-C84A647AEA70}" type="presParOf" srcId="{21B614BA-5D13-4EE6-ACD1-B429B4D2C1D8}" destId="{712A5900-E490-4975-AE72-C9B81064A372}" srcOrd="14" destOrd="0" presId="urn:microsoft.com/office/officeart/2005/8/layout/list1"/>
    <dgm:cxn modelId="{7CB94CD6-06A5-4244-9899-15A7939C5175}" type="presParOf" srcId="{21B614BA-5D13-4EE6-ACD1-B429B4D2C1D8}" destId="{16EF50C3-AF28-4276-A86C-D3FDE47D72D5}" srcOrd="15" destOrd="0" presId="urn:microsoft.com/office/officeart/2005/8/layout/list1"/>
    <dgm:cxn modelId="{A1C89E06-A849-4B42-B6BB-31DACD619140}" type="presParOf" srcId="{21B614BA-5D13-4EE6-ACD1-B429B4D2C1D8}" destId="{F6726729-E6E5-4CEB-8DC2-DF56891BB50F}" srcOrd="16" destOrd="0" presId="urn:microsoft.com/office/officeart/2005/8/layout/list1"/>
    <dgm:cxn modelId="{4680AAF8-0775-435B-9748-5AFDC0E1C245}" type="presParOf" srcId="{F6726729-E6E5-4CEB-8DC2-DF56891BB50F}" destId="{D1851B95-BFD7-498B-9356-65B41D8E8BA7}" srcOrd="0" destOrd="0" presId="urn:microsoft.com/office/officeart/2005/8/layout/list1"/>
    <dgm:cxn modelId="{9F32F783-277A-4970-8297-AEEAD09F91A1}" type="presParOf" srcId="{F6726729-E6E5-4CEB-8DC2-DF56891BB50F}" destId="{0A67F2D1-FAB8-490D-8DCA-ACB7B4292251}" srcOrd="1" destOrd="0" presId="urn:microsoft.com/office/officeart/2005/8/layout/list1"/>
    <dgm:cxn modelId="{B65424A1-1669-4E42-9630-776033DCB6A0}" type="presParOf" srcId="{21B614BA-5D13-4EE6-ACD1-B429B4D2C1D8}" destId="{4B7CE417-FF88-46CE-AA1B-124B0A8F85B9}" srcOrd="17" destOrd="0" presId="urn:microsoft.com/office/officeart/2005/8/layout/list1"/>
    <dgm:cxn modelId="{6E92AE53-E136-4EC8-8E75-1B5310E31E1A}" type="presParOf" srcId="{21B614BA-5D13-4EE6-ACD1-B429B4D2C1D8}" destId="{6002D7D4-36CA-48B2-A7F2-89908E911FDD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0C6BC2-413D-46CA-8247-91417D7FF564}">
      <dsp:nvSpPr>
        <dsp:cNvPr id="0" name=""/>
        <dsp:cNvSpPr/>
      </dsp:nvSpPr>
      <dsp:spPr>
        <a:xfrm>
          <a:off x="0" y="0"/>
          <a:ext cx="8715436" cy="1599901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4800" b="1" kern="1200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การสืบสวนสอบสวน</a:t>
          </a:r>
          <a:endParaRPr lang="th-TH" sz="4800" b="1" kern="1200" dirty="0">
            <a:solidFill>
              <a:schemeClr val="tx1"/>
            </a:solidFill>
            <a:effectLst/>
            <a:latin typeface="TH SarabunPSK" pitchFamily="34" charset="-34"/>
            <a:cs typeface="TH SarabunPSK" pitchFamily="34" charset="-34"/>
          </a:endParaRPr>
        </a:p>
      </dsp:txBody>
      <dsp:txXfrm>
        <a:off x="78101" y="78101"/>
        <a:ext cx="8559234" cy="1443699"/>
      </dsp:txXfrm>
    </dsp:sp>
    <dsp:sp modelId="{EEDEC0E0-67CF-4BA1-926B-B4A80E78BC71}">
      <dsp:nvSpPr>
        <dsp:cNvPr id="0" name=""/>
        <dsp:cNvSpPr/>
      </dsp:nvSpPr>
      <dsp:spPr>
        <a:xfrm>
          <a:off x="0" y="1765503"/>
          <a:ext cx="8715436" cy="439920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40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การที่เจ้าพนักงานฝ่ายปกครองหรือตำรวจ ได้เสาะแสวงหาข้อเท็จจริง เพื่อรักษาความสงบเรียบร้อยของประชาชน และเพื่อทราบรายละเอียดแห่งความผิด ตลอดจน</a:t>
          </a:r>
          <a:r>
            <a:rPr lang="th-TH" sz="4000" b="1" i="0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รวบรวมพยานหลักฐานและการดำเนินการทั้งหลาย ซึ่งพนักงานสอบสวนได้ทำไปเกี่ยวกับความผิดที่กล่าวหา เพื่อที่จะทราบข้อเท็จจริงหรือพิสูจน์ความผิด และเพื่อจะเอาตัว</a:t>
          </a:r>
          <a:r>
            <a:rPr lang="th-TH" sz="40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ผู้กระทำ</a:t>
          </a:r>
          <a:r>
            <a:rPr lang="th-TH" sz="4000" b="1" i="0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ผิดมาฟ้องลงโทษ</a:t>
          </a:r>
          <a:endParaRPr lang="th-TH" sz="40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sp:txBody>
      <dsp:txXfrm>
        <a:off x="214751" y="1980254"/>
        <a:ext cx="8285934" cy="39696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10AAA7-F78C-4CD4-850C-561AD2D68BF8}">
      <dsp:nvSpPr>
        <dsp:cNvPr id="0" name=""/>
        <dsp:cNvSpPr/>
      </dsp:nvSpPr>
      <dsp:spPr>
        <a:xfrm>
          <a:off x="4393422" y="2607542"/>
          <a:ext cx="3143258" cy="3143258"/>
        </a:xfrm>
        <a:prstGeom prst="gear9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800" b="1" kern="1200" smtClean="0">
              <a:latin typeface="TH SarabunPSK" pitchFamily="34" charset="-34"/>
              <a:cs typeface="TH SarabunPSK" pitchFamily="34" charset="-34"/>
            </a:rPr>
            <a:t>การดำเนินการภายหลังการตรวจสถานที่เกิดเหตุ</a:t>
          </a:r>
          <a:endParaRPr lang="th-TH" sz="2800" b="1" kern="1200" dirty="0">
            <a:latin typeface="TH SarabunPSK" pitchFamily="34" charset="-34"/>
            <a:cs typeface="TH SarabunPSK" pitchFamily="34" charset="-34"/>
          </a:endParaRPr>
        </a:p>
      </dsp:txBody>
      <dsp:txXfrm>
        <a:off x="5025357" y="3343835"/>
        <a:ext cx="1879388" cy="1615700"/>
      </dsp:txXfrm>
    </dsp:sp>
    <dsp:sp modelId="{636627B3-246F-4F0E-98F8-4DDDB038E3A2}">
      <dsp:nvSpPr>
        <dsp:cNvPr id="0" name=""/>
        <dsp:cNvSpPr/>
      </dsp:nvSpPr>
      <dsp:spPr>
        <a:xfrm>
          <a:off x="1785923" y="1643064"/>
          <a:ext cx="3052801" cy="2647995"/>
        </a:xfrm>
        <a:prstGeom prst="gear6">
          <a:avLst/>
        </a:prstGeom>
        <a:gradFill rotWithShape="0">
          <a:gsLst>
            <a:gs pos="0">
              <a:schemeClr val="accent3">
                <a:hueOff val="5625132"/>
                <a:satOff val="-8440"/>
                <a:lumOff val="-1373"/>
                <a:alphaOff val="0"/>
                <a:shade val="51000"/>
                <a:satMod val="130000"/>
              </a:schemeClr>
            </a:gs>
            <a:gs pos="80000">
              <a:schemeClr val="accent3">
                <a:hueOff val="5625132"/>
                <a:satOff val="-8440"/>
                <a:lumOff val="-1373"/>
                <a:alphaOff val="0"/>
                <a:shade val="93000"/>
                <a:satMod val="130000"/>
              </a:schemeClr>
            </a:gs>
            <a:gs pos="100000">
              <a:schemeClr val="accent3">
                <a:hueOff val="5625132"/>
                <a:satOff val="-8440"/>
                <a:lumOff val="-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800" b="1" kern="1200" dirty="0" smtClean="0">
              <a:latin typeface="TH SarabunPSK" pitchFamily="34" charset="-34"/>
              <a:cs typeface="TH SarabunPSK" pitchFamily="34" charset="-34"/>
            </a:rPr>
            <a:t>การดำเนินการในสถานที่เกิดเหตุ</a:t>
          </a:r>
          <a:endParaRPr lang="th-TH" sz="2800" b="1" kern="1200" dirty="0">
            <a:latin typeface="TH SarabunPSK" pitchFamily="34" charset="-34"/>
            <a:cs typeface="TH SarabunPSK" pitchFamily="34" charset="-34"/>
          </a:endParaRPr>
        </a:p>
      </dsp:txBody>
      <dsp:txXfrm>
        <a:off x="2511407" y="2313734"/>
        <a:ext cx="1601833" cy="1306655"/>
      </dsp:txXfrm>
    </dsp:sp>
    <dsp:sp modelId="{2257927C-FD70-4F92-A253-D4D33CEC33D7}">
      <dsp:nvSpPr>
        <dsp:cNvPr id="0" name=""/>
        <dsp:cNvSpPr/>
      </dsp:nvSpPr>
      <dsp:spPr>
        <a:xfrm rot="20700000">
          <a:off x="3689516" y="240216"/>
          <a:ext cx="2440099" cy="2334344"/>
        </a:xfrm>
        <a:prstGeom prst="gear6">
          <a:avLst/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shade val="51000"/>
                <a:satMod val="130000"/>
              </a:schemeClr>
            </a:gs>
            <a:gs pos="80000">
              <a:schemeClr val="accent3">
                <a:hueOff val="11250264"/>
                <a:satOff val="-16880"/>
                <a:lumOff val="-2745"/>
                <a:alphaOff val="0"/>
                <a:shade val="93000"/>
                <a:satMod val="13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400" b="1" kern="1200" dirty="0" smtClean="0">
              <a:latin typeface="TH SarabunPSK" pitchFamily="34" charset="-34"/>
              <a:cs typeface="TH SarabunPSK" pitchFamily="34" charset="-34"/>
            </a:rPr>
            <a:t>การดำเนินการก่อนตรวจสถานที่เกิดเหตุ</a:t>
          </a:r>
          <a:endParaRPr lang="th-TH" sz="2400" b="1" kern="1200" dirty="0">
            <a:latin typeface="TH SarabunPSK" pitchFamily="34" charset="-34"/>
            <a:cs typeface="TH SarabunPSK" pitchFamily="34" charset="-34"/>
          </a:endParaRPr>
        </a:p>
      </dsp:txBody>
      <dsp:txXfrm rot="-20700000">
        <a:off x="4230974" y="745934"/>
        <a:ext cx="1357183" cy="1322909"/>
      </dsp:txXfrm>
    </dsp:sp>
    <dsp:sp modelId="{1C9C0525-B161-4041-BDE3-AD15F4095755}">
      <dsp:nvSpPr>
        <dsp:cNvPr id="0" name=""/>
        <dsp:cNvSpPr/>
      </dsp:nvSpPr>
      <dsp:spPr>
        <a:xfrm>
          <a:off x="4168771" y="2123473"/>
          <a:ext cx="4023371" cy="4023371"/>
        </a:xfrm>
        <a:prstGeom prst="circularArrow">
          <a:avLst>
            <a:gd name="adj1" fmla="val 4687"/>
            <a:gd name="adj2" fmla="val 299029"/>
            <a:gd name="adj3" fmla="val 2543535"/>
            <a:gd name="adj4" fmla="val 15803529"/>
            <a:gd name="adj5" fmla="val 5469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0B52DDC-7FF6-428D-8633-E6DFD6037C84}">
      <dsp:nvSpPr>
        <dsp:cNvPr id="0" name=""/>
        <dsp:cNvSpPr/>
      </dsp:nvSpPr>
      <dsp:spPr>
        <a:xfrm rot="15733524">
          <a:off x="1684452" y="2041672"/>
          <a:ext cx="2923230" cy="2923230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gradFill rotWithShape="0">
          <a:gsLst>
            <a:gs pos="0">
              <a:schemeClr val="accent3">
                <a:hueOff val="5625132"/>
                <a:satOff val="-8440"/>
                <a:lumOff val="-1373"/>
                <a:alphaOff val="0"/>
                <a:shade val="51000"/>
                <a:satMod val="130000"/>
              </a:schemeClr>
            </a:gs>
            <a:gs pos="80000">
              <a:schemeClr val="accent3">
                <a:hueOff val="5625132"/>
                <a:satOff val="-8440"/>
                <a:lumOff val="-1373"/>
                <a:alphaOff val="0"/>
                <a:shade val="93000"/>
                <a:satMod val="130000"/>
              </a:schemeClr>
            </a:gs>
            <a:gs pos="100000">
              <a:schemeClr val="accent3">
                <a:hueOff val="5625132"/>
                <a:satOff val="-8440"/>
                <a:lumOff val="-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2D562CC-1DEE-4898-8600-19830898E149}">
      <dsp:nvSpPr>
        <dsp:cNvPr id="0" name=""/>
        <dsp:cNvSpPr/>
      </dsp:nvSpPr>
      <dsp:spPr>
        <a:xfrm rot="10436422">
          <a:off x="3586536" y="-628278"/>
          <a:ext cx="3151831" cy="3151831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shade val="51000"/>
                <a:satMod val="130000"/>
              </a:schemeClr>
            </a:gs>
            <a:gs pos="80000">
              <a:schemeClr val="accent3">
                <a:hueOff val="11250264"/>
                <a:satOff val="-16880"/>
                <a:lumOff val="-2745"/>
                <a:alphaOff val="0"/>
                <a:shade val="93000"/>
                <a:satMod val="13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EC6779-54EB-42A1-8D26-3A5ADB851177}">
      <dsp:nvSpPr>
        <dsp:cNvPr id="0" name=""/>
        <dsp:cNvSpPr/>
      </dsp:nvSpPr>
      <dsp:spPr>
        <a:xfrm>
          <a:off x="7277196" y="4196965"/>
          <a:ext cx="824952" cy="3926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7547"/>
              </a:lnTo>
              <a:lnTo>
                <a:pt x="824952" y="267547"/>
              </a:lnTo>
              <a:lnTo>
                <a:pt x="824952" y="392602"/>
              </a:lnTo>
            </a:path>
          </a:pathLst>
        </a:cu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CEC2E9-15FE-4928-9E8E-908D11FC51E7}">
      <dsp:nvSpPr>
        <dsp:cNvPr id="0" name=""/>
        <dsp:cNvSpPr/>
      </dsp:nvSpPr>
      <dsp:spPr>
        <a:xfrm>
          <a:off x="6452244" y="4196965"/>
          <a:ext cx="824952" cy="392602"/>
        </a:xfrm>
        <a:custGeom>
          <a:avLst/>
          <a:gdLst/>
          <a:ahLst/>
          <a:cxnLst/>
          <a:rect l="0" t="0" r="0" b="0"/>
          <a:pathLst>
            <a:path>
              <a:moveTo>
                <a:pt x="824952" y="0"/>
              </a:moveTo>
              <a:lnTo>
                <a:pt x="824952" y="267547"/>
              </a:lnTo>
              <a:lnTo>
                <a:pt x="0" y="267547"/>
              </a:lnTo>
              <a:lnTo>
                <a:pt x="0" y="392602"/>
              </a:lnTo>
            </a:path>
          </a:pathLst>
        </a:cu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82D472-766F-43E0-857B-323C63F939BE}">
      <dsp:nvSpPr>
        <dsp:cNvPr id="0" name=""/>
        <dsp:cNvSpPr/>
      </dsp:nvSpPr>
      <dsp:spPr>
        <a:xfrm>
          <a:off x="6452244" y="2947162"/>
          <a:ext cx="824952" cy="3926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7547"/>
              </a:lnTo>
              <a:lnTo>
                <a:pt x="824952" y="267547"/>
              </a:lnTo>
              <a:lnTo>
                <a:pt x="824952" y="392602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F0B001-676C-4EF3-949C-D7EDD6C8E03B}">
      <dsp:nvSpPr>
        <dsp:cNvPr id="0" name=""/>
        <dsp:cNvSpPr/>
      </dsp:nvSpPr>
      <dsp:spPr>
        <a:xfrm>
          <a:off x="5627292" y="2947162"/>
          <a:ext cx="824952" cy="392602"/>
        </a:xfrm>
        <a:custGeom>
          <a:avLst/>
          <a:gdLst/>
          <a:ahLst/>
          <a:cxnLst/>
          <a:rect l="0" t="0" r="0" b="0"/>
          <a:pathLst>
            <a:path>
              <a:moveTo>
                <a:pt x="824952" y="0"/>
              </a:moveTo>
              <a:lnTo>
                <a:pt x="824952" y="267547"/>
              </a:lnTo>
              <a:lnTo>
                <a:pt x="0" y="267547"/>
              </a:lnTo>
              <a:lnTo>
                <a:pt x="0" y="392602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95827E-6EC7-4501-BD55-68A6EC52139E}">
      <dsp:nvSpPr>
        <dsp:cNvPr id="0" name=""/>
        <dsp:cNvSpPr/>
      </dsp:nvSpPr>
      <dsp:spPr>
        <a:xfrm>
          <a:off x="4036824" y="1337129"/>
          <a:ext cx="2415420" cy="7528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7777"/>
              </a:lnTo>
              <a:lnTo>
                <a:pt x="2415420" y="627777"/>
              </a:lnTo>
              <a:lnTo>
                <a:pt x="2415420" y="75283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377933-85C8-46EF-BCDA-7D9F58DBE4F9}">
      <dsp:nvSpPr>
        <dsp:cNvPr id="0" name=""/>
        <dsp:cNvSpPr/>
      </dsp:nvSpPr>
      <dsp:spPr>
        <a:xfrm>
          <a:off x="3977387" y="4196965"/>
          <a:ext cx="824952" cy="3926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7547"/>
              </a:lnTo>
              <a:lnTo>
                <a:pt x="824952" y="267547"/>
              </a:lnTo>
              <a:lnTo>
                <a:pt x="824952" y="392602"/>
              </a:lnTo>
            </a:path>
          </a:pathLst>
        </a:cu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07D921-6A07-4A11-8002-DE09286EAF34}">
      <dsp:nvSpPr>
        <dsp:cNvPr id="0" name=""/>
        <dsp:cNvSpPr/>
      </dsp:nvSpPr>
      <dsp:spPr>
        <a:xfrm>
          <a:off x="3152434" y="4196965"/>
          <a:ext cx="824952" cy="392602"/>
        </a:xfrm>
        <a:custGeom>
          <a:avLst/>
          <a:gdLst/>
          <a:ahLst/>
          <a:cxnLst/>
          <a:rect l="0" t="0" r="0" b="0"/>
          <a:pathLst>
            <a:path>
              <a:moveTo>
                <a:pt x="824952" y="0"/>
              </a:moveTo>
              <a:lnTo>
                <a:pt x="824952" y="267547"/>
              </a:lnTo>
              <a:lnTo>
                <a:pt x="0" y="267547"/>
              </a:lnTo>
              <a:lnTo>
                <a:pt x="0" y="392602"/>
              </a:lnTo>
            </a:path>
          </a:pathLst>
        </a:cu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FB6733-9829-4BBE-82DC-4DB742A802C2}">
      <dsp:nvSpPr>
        <dsp:cNvPr id="0" name=""/>
        <dsp:cNvSpPr/>
      </dsp:nvSpPr>
      <dsp:spPr>
        <a:xfrm>
          <a:off x="3931667" y="2963329"/>
          <a:ext cx="91440" cy="37643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76435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604D91-E070-491B-9CF6-B05B3618F94A}">
      <dsp:nvSpPr>
        <dsp:cNvPr id="0" name=""/>
        <dsp:cNvSpPr/>
      </dsp:nvSpPr>
      <dsp:spPr>
        <a:xfrm>
          <a:off x="3931667" y="1337129"/>
          <a:ext cx="91440" cy="768999"/>
        </a:xfrm>
        <a:custGeom>
          <a:avLst/>
          <a:gdLst/>
          <a:ahLst/>
          <a:cxnLst/>
          <a:rect l="0" t="0" r="0" b="0"/>
          <a:pathLst>
            <a:path>
              <a:moveTo>
                <a:pt x="105157" y="0"/>
              </a:moveTo>
              <a:lnTo>
                <a:pt x="105157" y="643943"/>
              </a:lnTo>
              <a:lnTo>
                <a:pt x="45720" y="643943"/>
              </a:lnTo>
              <a:lnTo>
                <a:pt x="45720" y="768999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AC8082-C6A3-42F5-9A96-6AC465BEB7D5}">
      <dsp:nvSpPr>
        <dsp:cNvPr id="0" name=""/>
        <dsp:cNvSpPr/>
      </dsp:nvSpPr>
      <dsp:spPr>
        <a:xfrm>
          <a:off x="1497980" y="2931544"/>
          <a:ext cx="829501" cy="4082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3165"/>
              </a:lnTo>
              <a:lnTo>
                <a:pt x="829501" y="283165"/>
              </a:lnTo>
              <a:lnTo>
                <a:pt x="829501" y="408220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EFDAD9-A739-4F05-BAF2-9600B63AC8BC}">
      <dsp:nvSpPr>
        <dsp:cNvPr id="0" name=""/>
        <dsp:cNvSpPr/>
      </dsp:nvSpPr>
      <dsp:spPr>
        <a:xfrm>
          <a:off x="677577" y="2931544"/>
          <a:ext cx="820403" cy="408220"/>
        </a:xfrm>
        <a:custGeom>
          <a:avLst/>
          <a:gdLst/>
          <a:ahLst/>
          <a:cxnLst/>
          <a:rect l="0" t="0" r="0" b="0"/>
          <a:pathLst>
            <a:path>
              <a:moveTo>
                <a:pt x="820403" y="0"/>
              </a:moveTo>
              <a:lnTo>
                <a:pt x="820403" y="283165"/>
              </a:lnTo>
              <a:lnTo>
                <a:pt x="0" y="283165"/>
              </a:lnTo>
              <a:lnTo>
                <a:pt x="0" y="408220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1098B3-9422-4543-9F1E-B5C984F27BAA}">
      <dsp:nvSpPr>
        <dsp:cNvPr id="0" name=""/>
        <dsp:cNvSpPr/>
      </dsp:nvSpPr>
      <dsp:spPr>
        <a:xfrm>
          <a:off x="1497980" y="1337129"/>
          <a:ext cx="2538843" cy="737214"/>
        </a:xfrm>
        <a:custGeom>
          <a:avLst/>
          <a:gdLst/>
          <a:ahLst/>
          <a:cxnLst/>
          <a:rect l="0" t="0" r="0" b="0"/>
          <a:pathLst>
            <a:path>
              <a:moveTo>
                <a:pt x="2538843" y="0"/>
              </a:moveTo>
              <a:lnTo>
                <a:pt x="2538843" y="612158"/>
              </a:lnTo>
              <a:lnTo>
                <a:pt x="0" y="612158"/>
              </a:lnTo>
              <a:lnTo>
                <a:pt x="0" y="737214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99447C-B122-43A5-89FC-578DC62E395E}">
      <dsp:nvSpPr>
        <dsp:cNvPr id="0" name=""/>
        <dsp:cNvSpPr/>
      </dsp:nvSpPr>
      <dsp:spPr>
        <a:xfrm>
          <a:off x="3361863" y="479929"/>
          <a:ext cx="1349922" cy="8572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713D1A5-B4E1-4EEB-9AC8-269CF1B3F078}">
      <dsp:nvSpPr>
        <dsp:cNvPr id="0" name=""/>
        <dsp:cNvSpPr/>
      </dsp:nvSpPr>
      <dsp:spPr>
        <a:xfrm>
          <a:off x="3511854" y="622421"/>
          <a:ext cx="1349922" cy="8572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400" b="1" kern="1200" dirty="0" smtClean="0">
              <a:latin typeface="TH SarabunPSK" pitchFamily="34" charset="-34"/>
              <a:cs typeface="TH SarabunPSK" pitchFamily="34" charset="-34"/>
            </a:rPr>
            <a:t>เมื่อเกิดเหตุ</a:t>
          </a:r>
          <a:endParaRPr lang="th-TH" sz="2400" b="1" kern="1200" dirty="0">
            <a:latin typeface="TH SarabunPSK" pitchFamily="34" charset="-34"/>
            <a:cs typeface="TH SarabunPSK" pitchFamily="34" charset="-34"/>
          </a:endParaRPr>
        </a:p>
      </dsp:txBody>
      <dsp:txXfrm>
        <a:off x="3536961" y="647528"/>
        <a:ext cx="1299708" cy="806986"/>
      </dsp:txXfrm>
    </dsp:sp>
    <dsp:sp modelId="{4AE5AA24-3867-43BC-A5F7-54868E2A4961}">
      <dsp:nvSpPr>
        <dsp:cNvPr id="0" name=""/>
        <dsp:cNvSpPr/>
      </dsp:nvSpPr>
      <dsp:spPr>
        <a:xfrm>
          <a:off x="823019" y="2074344"/>
          <a:ext cx="1349922" cy="8572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8D0D879-59E2-45AC-9424-1EFCED6AD29D}">
      <dsp:nvSpPr>
        <dsp:cNvPr id="0" name=""/>
        <dsp:cNvSpPr/>
      </dsp:nvSpPr>
      <dsp:spPr>
        <a:xfrm>
          <a:off x="973010" y="2216835"/>
          <a:ext cx="1349922" cy="8572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000" b="1" kern="1200" dirty="0" smtClean="0">
              <a:latin typeface="TH SarabunPSK" pitchFamily="34" charset="-34"/>
              <a:cs typeface="TH SarabunPSK" pitchFamily="34" charset="-34"/>
            </a:rPr>
            <a:t>ดำเนินการก่อนออกไปที่เกิดเหตุ</a:t>
          </a:r>
          <a:endParaRPr lang="th-TH" sz="2000" b="1" kern="1200" dirty="0">
            <a:latin typeface="TH SarabunPSK" pitchFamily="34" charset="-34"/>
            <a:cs typeface="TH SarabunPSK" pitchFamily="34" charset="-34"/>
          </a:endParaRPr>
        </a:p>
      </dsp:txBody>
      <dsp:txXfrm>
        <a:off x="998117" y="2241942"/>
        <a:ext cx="1299708" cy="806986"/>
      </dsp:txXfrm>
    </dsp:sp>
    <dsp:sp modelId="{1148727C-F55C-4F10-B750-E8286EC0BF73}">
      <dsp:nvSpPr>
        <dsp:cNvPr id="0" name=""/>
        <dsp:cNvSpPr/>
      </dsp:nvSpPr>
      <dsp:spPr>
        <a:xfrm>
          <a:off x="2616" y="3339765"/>
          <a:ext cx="1349922" cy="8572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115CF7D-BBC4-4868-9264-03F537256D2B}">
      <dsp:nvSpPr>
        <dsp:cNvPr id="0" name=""/>
        <dsp:cNvSpPr/>
      </dsp:nvSpPr>
      <dsp:spPr>
        <a:xfrm>
          <a:off x="152607" y="3482257"/>
          <a:ext cx="1349922" cy="8572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000" b="1" kern="1200" dirty="0" smtClean="0">
              <a:latin typeface="TH SarabunPSK" pitchFamily="34" charset="-34"/>
              <a:cs typeface="TH SarabunPSK" pitchFamily="34" charset="-34"/>
            </a:rPr>
            <a:t>แจ้งเหตุ/รายงาน</a:t>
          </a:r>
          <a:endParaRPr lang="th-TH" sz="2000" b="1" kern="1200" dirty="0">
            <a:latin typeface="TH SarabunPSK" pitchFamily="34" charset="-34"/>
            <a:cs typeface="TH SarabunPSK" pitchFamily="34" charset="-34"/>
          </a:endParaRPr>
        </a:p>
      </dsp:txBody>
      <dsp:txXfrm>
        <a:off x="177714" y="3507364"/>
        <a:ext cx="1299708" cy="806986"/>
      </dsp:txXfrm>
    </dsp:sp>
    <dsp:sp modelId="{627F19D9-C0F8-4F6E-A385-3AF7E929F1E2}">
      <dsp:nvSpPr>
        <dsp:cNvPr id="0" name=""/>
        <dsp:cNvSpPr/>
      </dsp:nvSpPr>
      <dsp:spPr>
        <a:xfrm>
          <a:off x="1652521" y="3339765"/>
          <a:ext cx="1349922" cy="8572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22F7376-513E-4E2B-8458-39B8079A3EF2}">
      <dsp:nvSpPr>
        <dsp:cNvPr id="0" name=""/>
        <dsp:cNvSpPr/>
      </dsp:nvSpPr>
      <dsp:spPr>
        <a:xfrm>
          <a:off x="1802512" y="3482257"/>
          <a:ext cx="1349922" cy="8572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000" b="1" kern="1200" dirty="0" smtClean="0">
              <a:latin typeface="TH SarabunPSK" pitchFamily="34" charset="-34"/>
              <a:cs typeface="TH SarabunPSK" pitchFamily="34" charset="-34"/>
            </a:rPr>
            <a:t>วางแผน/เตรียมความพร้อม     </a:t>
          </a:r>
          <a:r>
            <a:rPr lang="th-TH" sz="2400" b="1" kern="1200" dirty="0" smtClean="0">
              <a:latin typeface="TH SarabunPSK" pitchFamily="34" charset="-34"/>
              <a:cs typeface="TH SarabunPSK" pitchFamily="34" charset="-34"/>
            </a:rPr>
            <a:t>                     </a:t>
          </a:r>
          <a:endParaRPr lang="th-TH" sz="2400" b="1" kern="1200" dirty="0">
            <a:latin typeface="TH SarabunPSK" pitchFamily="34" charset="-34"/>
            <a:cs typeface="TH SarabunPSK" pitchFamily="34" charset="-34"/>
          </a:endParaRPr>
        </a:p>
      </dsp:txBody>
      <dsp:txXfrm>
        <a:off x="1827619" y="3507364"/>
        <a:ext cx="1299708" cy="806986"/>
      </dsp:txXfrm>
    </dsp:sp>
    <dsp:sp modelId="{05F5FA95-1DED-465D-8173-C49F5CE8AD73}">
      <dsp:nvSpPr>
        <dsp:cNvPr id="0" name=""/>
        <dsp:cNvSpPr/>
      </dsp:nvSpPr>
      <dsp:spPr>
        <a:xfrm>
          <a:off x="3302425" y="2106129"/>
          <a:ext cx="1349922" cy="8572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7DF643E-49C4-4D85-8D55-3319036F4432}">
      <dsp:nvSpPr>
        <dsp:cNvPr id="0" name=""/>
        <dsp:cNvSpPr/>
      </dsp:nvSpPr>
      <dsp:spPr>
        <a:xfrm>
          <a:off x="3452417" y="2248620"/>
          <a:ext cx="1349922" cy="8572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000" b="1" kern="1200" dirty="0" smtClean="0">
              <a:latin typeface="TH SarabunPSK" pitchFamily="34" charset="-34"/>
              <a:cs typeface="TH SarabunPSK" pitchFamily="34" charset="-34"/>
            </a:rPr>
            <a:t>ดำเนินการในที่เกิดเหตุ                           </a:t>
          </a:r>
          <a:r>
            <a:rPr lang="th-TH" sz="2800" b="1" kern="1200" dirty="0" smtClean="0">
              <a:latin typeface="TH SarabunPSK" pitchFamily="34" charset="-34"/>
              <a:cs typeface="TH SarabunPSK" pitchFamily="34" charset="-34"/>
            </a:rPr>
            <a:t/>
          </a:r>
          <a:br>
            <a:rPr lang="th-TH" sz="2800" b="1" kern="1200" dirty="0" smtClean="0">
              <a:latin typeface="TH SarabunPSK" pitchFamily="34" charset="-34"/>
              <a:cs typeface="TH SarabunPSK" pitchFamily="34" charset="-34"/>
            </a:rPr>
          </a:br>
          <a:endParaRPr lang="th-TH" sz="2800" b="1" kern="1200" dirty="0" smtClean="0">
            <a:latin typeface="TH SarabunPSK" pitchFamily="34" charset="-34"/>
            <a:cs typeface="TH SarabunPSK" pitchFamily="34" charset="-34"/>
          </a:endParaRPr>
        </a:p>
      </dsp:txBody>
      <dsp:txXfrm>
        <a:off x="3477524" y="2273727"/>
        <a:ext cx="1299708" cy="806986"/>
      </dsp:txXfrm>
    </dsp:sp>
    <dsp:sp modelId="{E6B673EE-920A-4CCB-83AC-C9E14945D4DA}">
      <dsp:nvSpPr>
        <dsp:cNvPr id="0" name=""/>
        <dsp:cNvSpPr/>
      </dsp:nvSpPr>
      <dsp:spPr>
        <a:xfrm>
          <a:off x="3302425" y="3339765"/>
          <a:ext cx="1349922" cy="8572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043F315-36D5-44B8-B435-64E42DCA2021}">
      <dsp:nvSpPr>
        <dsp:cNvPr id="0" name=""/>
        <dsp:cNvSpPr/>
      </dsp:nvSpPr>
      <dsp:spPr>
        <a:xfrm>
          <a:off x="3452417" y="3482257"/>
          <a:ext cx="1349922" cy="8572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000" b="1" kern="1200" dirty="0" smtClean="0">
              <a:latin typeface="TH SarabunPSK" pitchFamily="34" charset="-34"/>
              <a:cs typeface="TH SarabunPSK" pitchFamily="34" charset="-34"/>
            </a:rPr>
            <a:t>เดินทางไปที่เกิดเหตุ</a:t>
          </a:r>
        </a:p>
      </dsp:txBody>
      <dsp:txXfrm>
        <a:off x="3477524" y="3507364"/>
        <a:ext cx="1299708" cy="806986"/>
      </dsp:txXfrm>
    </dsp:sp>
    <dsp:sp modelId="{9B78111C-9A16-4483-A35D-A3CFB5A0C76B}">
      <dsp:nvSpPr>
        <dsp:cNvPr id="0" name=""/>
        <dsp:cNvSpPr/>
      </dsp:nvSpPr>
      <dsp:spPr>
        <a:xfrm>
          <a:off x="2477473" y="4589568"/>
          <a:ext cx="1349922" cy="8572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B3C4C5A-5FB5-479A-98B3-AA1DD3B8B6B3}">
      <dsp:nvSpPr>
        <dsp:cNvPr id="0" name=""/>
        <dsp:cNvSpPr/>
      </dsp:nvSpPr>
      <dsp:spPr>
        <a:xfrm>
          <a:off x="2627464" y="4732060"/>
          <a:ext cx="1349922" cy="8572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000" b="1" kern="1200" dirty="0" smtClean="0">
              <a:latin typeface="TH SarabunPSK" pitchFamily="34" charset="-34"/>
              <a:cs typeface="TH SarabunPSK" pitchFamily="34" charset="-34"/>
            </a:rPr>
            <a:t>รักษาสถานที่เกิดเหตุ</a:t>
          </a:r>
        </a:p>
      </dsp:txBody>
      <dsp:txXfrm>
        <a:off x="2652571" y="4757167"/>
        <a:ext cx="1299708" cy="806986"/>
      </dsp:txXfrm>
    </dsp:sp>
    <dsp:sp modelId="{17291F77-2F3B-4A90-BF30-4539EA10DE8B}">
      <dsp:nvSpPr>
        <dsp:cNvPr id="0" name=""/>
        <dsp:cNvSpPr/>
      </dsp:nvSpPr>
      <dsp:spPr>
        <a:xfrm>
          <a:off x="4127378" y="4589568"/>
          <a:ext cx="1349922" cy="8572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8D68597-2BE8-4056-9C17-CDB44193BF76}">
      <dsp:nvSpPr>
        <dsp:cNvPr id="0" name=""/>
        <dsp:cNvSpPr/>
      </dsp:nvSpPr>
      <dsp:spPr>
        <a:xfrm>
          <a:off x="4277369" y="4732060"/>
          <a:ext cx="1349922" cy="8572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000" b="1" kern="1200" dirty="0" smtClean="0">
              <a:latin typeface="TH SarabunPSK" pitchFamily="34" charset="-34"/>
              <a:cs typeface="TH SarabunPSK" pitchFamily="34" charset="-34"/>
            </a:rPr>
            <a:t>ตรวจที่เกิดเหตุ</a:t>
          </a:r>
        </a:p>
      </dsp:txBody>
      <dsp:txXfrm>
        <a:off x="4302476" y="4757167"/>
        <a:ext cx="1299708" cy="806986"/>
      </dsp:txXfrm>
    </dsp:sp>
    <dsp:sp modelId="{C9C0B95A-12CD-4BC5-85C3-59F36E879C1B}">
      <dsp:nvSpPr>
        <dsp:cNvPr id="0" name=""/>
        <dsp:cNvSpPr/>
      </dsp:nvSpPr>
      <dsp:spPr>
        <a:xfrm>
          <a:off x="5777283" y="2089962"/>
          <a:ext cx="1349922" cy="8572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8BCDBE2-8D0A-4AB9-898D-3D1BF7744A57}">
      <dsp:nvSpPr>
        <dsp:cNvPr id="0" name=""/>
        <dsp:cNvSpPr/>
      </dsp:nvSpPr>
      <dsp:spPr>
        <a:xfrm>
          <a:off x="5927274" y="2232454"/>
          <a:ext cx="1349922" cy="8572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000" b="1" kern="1200" dirty="0" smtClean="0">
              <a:latin typeface="TH SarabunPSK" pitchFamily="34" charset="-34"/>
              <a:cs typeface="TH SarabunPSK" pitchFamily="34" charset="-34"/>
            </a:rPr>
            <a:t>ดำเนินการหลังการตรวจที่เกิดเหตุ</a:t>
          </a:r>
          <a:endParaRPr lang="th-TH" sz="2000" b="1" kern="1200" dirty="0">
            <a:latin typeface="TH SarabunPSK" pitchFamily="34" charset="-34"/>
            <a:cs typeface="TH SarabunPSK" pitchFamily="34" charset="-34"/>
          </a:endParaRPr>
        </a:p>
      </dsp:txBody>
      <dsp:txXfrm>
        <a:off x="5952381" y="2257561"/>
        <a:ext cx="1299708" cy="806986"/>
      </dsp:txXfrm>
    </dsp:sp>
    <dsp:sp modelId="{758A657B-B09D-4115-B0CE-6CD171EB6A5A}">
      <dsp:nvSpPr>
        <dsp:cNvPr id="0" name=""/>
        <dsp:cNvSpPr/>
      </dsp:nvSpPr>
      <dsp:spPr>
        <a:xfrm>
          <a:off x="4952330" y="3339765"/>
          <a:ext cx="1349922" cy="8572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00631FC-29B0-48EF-B296-84959AA03A51}">
      <dsp:nvSpPr>
        <dsp:cNvPr id="0" name=""/>
        <dsp:cNvSpPr/>
      </dsp:nvSpPr>
      <dsp:spPr>
        <a:xfrm>
          <a:off x="5102322" y="3482257"/>
          <a:ext cx="1349922" cy="8572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000" b="1" kern="1200" dirty="0" smtClean="0">
              <a:latin typeface="TH SarabunPSK" pitchFamily="34" charset="-34"/>
              <a:cs typeface="TH SarabunPSK" pitchFamily="34" charset="-34"/>
            </a:rPr>
            <a:t>วางแผนกำหนดแนวทางสืบสวนสอบสวน</a:t>
          </a:r>
          <a:endParaRPr lang="th-TH" sz="2000" b="1" kern="1200" dirty="0">
            <a:latin typeface="TH SarabunPSK" pitchFamily="34" charset="-34"/>
            <a:cs typeface="TH SarabunPSK" pitchFamily="34" charset="-34"/>
          </a:endParaRPr>
        </a:p>
      </dsp:txBody>
      <dsp:txXfrm>
        <a:off x="5127429" y="3507364"/>
        <a:ext cx="1299708" cy="806986"/>
      </dsp:txXfrm>
    </dsp:sp>
    <dsp:sp modelId="{A3DAEAF5-CCCC-41A1-A75E-D7357E839473}">
      <dsp:nvSpPr>
        <dsp:cNvPr id="0" name=""/>
        <dsp:cNvSpPr/>
      </dsp:nvSpPr>
      <dsp:spPr>
        <a:xfrm>
          <a:off x="6602235" y="3339765"/>
          <a:ext cx="1349922" cy="8572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82960AF-1535-45C7-A995-F3F81E8CA3AE}">
      <dsp:nvSpPr>
        <dsp:cNvPr id="0" name=""/>
        <dsp:cNvSpPr/>
      </dsp:nvSpPr>
      <dsp:spPr>
        <a:xfrm>
          <a:off x="6752227" y="3482257"/>
          <a:ext cx="1349922" cy="8572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000" b="1" kern="1200" dirty="0" smtClean="0">
              <a:latin typeface="TH SarabunPSK" pitchFamily="34" charset="-34"/>
              <a:cs typeface="TH SarabunPSK" pitchFamily="34" charset="-34"/>
            </a:rPr>
            <a:t>จัดชุดปฏิบัติการ</a:t>
          </a:r>
          <a:endParaRPr lang="th-TH" sz="2000" b="1" kern="1200" dirty="0">
            <a:latin typeface="TH SarabunPSK" pitchFamily="34" charset="-34"/>
            <a:cs typeface="TH SarabunPSK" pitchFamily="34" charset="-34"/>
          </a:endParaRPr>
        </a:p>
      </dsp:txBody>
      <dsp:txXfrm>
        <a:off x="6777334" y="3507364"/>
        <a:ext cx="1299708" cy="806986"/>
      </dsp:txXfrm>
    </dsp:sp>
    <dsp:sp modelId="{2612CC2D-1E9C-4304-B1C8-20413C933702}">
      <dsp:nvSpPr>
        <dsp:cNvPr id="0" name=""/>
        <dsp:cNvSpPr/>
      </dsp:nvSpPr>
      <dsp:spPr>
        <a:xfrm>
          <a:off x="5777283" y="4589568"/>
          <a:ext cx="1349922" cy="8572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0743A06-D665-4A3C-BE28-4BD2E7ECC3F2}">
      <dsp:nvSpPr>
        <dsp:cNvPr id="0" name=""/>
        <dsp:cNvSpPr/>
      </dsp:nvSpPr>
      <dsp:spPr>
        <a:xfrm>
          <a:off x="5927274" y="4732060"/>
          <a:ext cx="1349922" cy="8572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000" b="1" kern="1200" dirty="0" smtClean="0">
              <a:latin typeface="TH SarabunPSK" pitchFamily="34" charset="-34"/>
              <a:cs typeface="TH SarabunPSK" pitchFamily="34" charset="-34"/>
            </a:rPr>
            <a:t>สืบสวนหาพยานหลักฐาน</a:t>
          </a:r>
          <a:endParaRPr lang="th-TH" sz="2000" b="1" kern="1200" dirty="0">
            <a:latin typeface="TH SarabunPSK" pitchFamily="34" charset="-34"/>
            <a:cs typeface="TH SarabunPSK" pitchFamily="34" charset="-34"/>
          </a:endParaRPr>
        </a:p>
      </dsp:txBody>
      <dsp:txXfrm>
        <a:off x="5952381" y="4757167"/>
        <a:ext cx="1299708" cy="806986"/>
      </dsp:txXfrm>
    </dsp:sp>
    <dsp:sp modelId="{6B8254C8-3169-4FE7-A8C9-5F3BB2DA1C90}">
      <dsp:nvSpPr>
        <dsp:cNvPr id="0" name=""/>
        <dsp:cNvSpPr/>
      </dsp:nvSpPr>
      <dsp:spPr>
        <a:xfrm>
          <a:off x="7427188" y="4589568"/>
          <a:ext cx="1349922" cy="8572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E577C29-FF78-4088-B3EB-E6B762C8016D}">
      <dsp:nvSpPr>
        <dsp:cNvPr id="0" name=""/>
        <dsp:cNvSpPr/>
      </dsp:nvSpPr>
      <dsp:spPr>
        <a:xfrm>
          <a:off x="7577179" y="4732060"/>
          <a:ext cx="1349922" cy="8572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000" b="1" kern="1200" dirty="0" smtClean="0">
              <a:latin typeface="TH SarabunPSK" pitchFamily="34" charset="-34"/>
              <a:cs typeface="TH SarabunPSK" pitchFamily="34" charset="-34"/>
            </a:rPr>
            <a:t>ดำเนินการสอบสวน</a:t>
          </a:r>
          <a:endParaRPr lang="th-TH" sz="2000" b="1" kern="1200" dirty="0">
            <a:latin typeface="TH SarabunPSK" pitchFamily="34" charset="-34"/>
            <a:cs typeface="TH SarabunPSK" pitchFamily="34" charset="-34"/>
          </a:endParaRPr>
        </a:p>
      </dsp:txBody>
      <dsp:txXfrm>
        <a:off x="7602286" y="4757167"/>
        <a:ext cx="1299708" cy="8069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C02BCD-5AF9-4628-94EF-541407072716}">
      <dsp:nvSpPr>
        <dsp:cNvPr id="0" name=""/>
        <dsp:cNvSpPr/>
      </dsp:nvSpPr>
      <dsp:spPr>
        <a:xfrm rot="16200000">
          <a:off x="-491085" y="491085"/>
          <a:ext cx="3625857" cy="2643685"/>
        </a:xfrm>
        <a:prstGeom prst="flowChartManualOperation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6850" tIns="0" rIns="199530" bIns="0" numCol="1" spcCol="1270" anchor="t" anchorCtr="0">
          <a:noAutofit/>
        </a:bodyPr>
        <a:lstStyle/>
        <a:p>
          <a:pPr lvl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31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ในหน่วย</a:t>
          </a:r>
          <a:endParaRPr lang="th-TH" sz="31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h-TH" sz="24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ผู้บังคับบัญชาตามสายงาน/ผู้บังคับบัญชาระดับสูง</a:t>
          </a:r>
          <a:endParaRPr lang="th-TH" sz="24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h-TH" sz="24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ประสานผู้ปฏิบัติฝ่ายที่เกี่ยวข้อง</a:t>
          </a:r>
          <a:endParaRPr lang="th-TH" sz="24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sp:txBody>
      <dsp:txXfrm rot="5400000">
        <a:off x="1" y="725170"/>
        <a:ext cx="2643685" cy="2175515"/>
      </dsp:txXfrm>
    </dsp:sp>
    <dsp:sp modelId="{0B55D41A-C81E-44AF-923E-CA60B9FE136A}">
      <dsp:nvSpPr>
        <dsp:cNvPr id="0" name=""/>
        <dsp:cNvSpPr/>
      </dsp:nvSpPr>
      <dsp:spPr>
        <a:xfrm rot="16200000">
          <a:off x="2351892" y="491085"/>
          <a:ext cx="3625857" cy="2643685"/>
        </a:xfrm>
        <a:prstGeom prst="flowChartManualOperation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shade val="51000"/>
                <a:satMod val="130000"/>
              </a:schemeClr>
            </a:gs>
            <a:gs pos="80000">
              <a:schemeClr val="accent5">
                <a:hueOff val="-4966938"/>
                <a:satOff val="19906"/>
                <a:lumOff val="4314"/>
                <a:alphaOff val="0"/>
                <a:shade val="93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6850" tIns="0" rIns="199530" bIns="0" numCol="1" spcCol="1270" anchor="t" anchorCtr="0">
          <a:noAutofit/>
        </a:bodyPr>
        <a:lstStyle/>
        <a:p>
          <a:pPr lvl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31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หน่วยข้างเคียง</a:t>
          </a:r>
          <a:endParaRPr lang="th-TH" sz="31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h-TH" sz="24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แพทย์นิติเวช</a:t>
          </a:r>
          <a:endParaRPr lang="th-TH" sz="24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h-TH" sz="24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กองพิสูจน์หลักฐาน</a:t>
          </a:r>
          <a:endParaRPr lang="th-TH" sz="24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EOD , K-9</a:t>
          </a:r>
          <a:endParaRPr lang="th-TH" sz="24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h-TH" sz="24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หน่วยสนับสนุนอื่น</a:t>
          </a:r>
          <a:endParaRPr lang="th-TH" sz="24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sp:txBody>
      <dsp:txXfrm rot="5400000">
        <a:off x="2842978" y="725170"/>
        <a:ext cx="2643685" cy="2175515"/>
      </dsp:txXfrm>
    </dsp:sp>
    <dsp:sp modelId="{8F722290-2854-421E-A84B-BB06A7E51A7B}">
      <dsp:nvSpPr>
        <dsp:cNvPr id="0" name=""/>
        <dsp:cNvSpPr/>
      </dsp:nvSpPr>
      <dsp:spPr>
        <a:xfrm rot="16200000">
          <a:off x="5193854" y="491085"/>
          <a:ext cx="3625857" cy="2643685"/>
        </a:xfrm>
        <a:prstGeom prst="flowChartManualOperation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6850" tIns="0" rIns="199530" bIns="0" numCol="1" spcCol="1270" anchor="t" anchorCtr="0">
          <a:noAutofit/>
        </a:bodyPr>
        <a:lstStyle/>
        <a:p>
          <a:pPr lvl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3100" b="1" kern="1200" dirty="0" err="1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พลเรือน</a:t>
          </a:r>
          <a:endParaRPr lang="th-TH" sz="31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h-TH" sz="24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กู้ภัย</a:t>
          </a:r>
          <a:endParaRPr lang="th-TH" sz="24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h-TH" sz="24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สื่อมวลชน</a:t>
          </a:r>
          <a:endParaRPr lang="th-TH" sz="24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sp:txBody>
      <dsp:txXfrm rot="5400000">
        <a:off x="5684940" y="725170"/>
        <a:ext cx="2643685" cy="217551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7863FB-C35E-43D8-A998-E52BCB610A70}">
      <dsp:nvSpPr>
        <dsp:cNvPr id="0" name=""/>
        <dsp:cNvSpPr/>
      </dsp:nvSpPr>
      <dsp:spPr>
        <a:xfrm>
          <a:off x="0" y="4302013"/>
          <a:ext cx="8643998" cy="141201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800" b="1" kern="1200" dirty="0" smtClean="0">
              <a:latin typeface="TH SarabunPSK" pitchFamily="34" charset="-34"/>
              <a:cs typeface="TH SarabunPSK" pitchFamily="34" charset="-34"/>
            </a:rPr>
            <a:t>ตรวจสถานที่เกิดเหตุ</a:t>
          </a:r>
          <a:endParaRPr lang="th-TH" sz="2800" b="1" kern="1200" dirty="0">
            <a:latin typeface="TH SarabunPSK" pitchFamily="34" charset="-34"/>
            <a:cs typeface="TH SarabunPSK" pitchFamily="34" charset="-34"/>
          </a:endParaRPr>
        </a:p>
      </dsp:txBody>
      <dsp:txXfrm>
        <a:off x="0" y="4302013"/>
        <a:ext cx="8643998" cy="762489"/>
      </dsp:txXfrm>
    </dsp:sp>
    <dsp:sp modelId="{6A7CDF3C-028E-4665-ABC2-72A7830933FC}">
      <dsp:nvSpPr>
        <dsp:cNvPr id="0" name=""/>
        <dsp:cNvSpPr/>
      </dsp:nvSpPr>
      <dsp:spPr>
        <a:xfrm>
          <a:off x="4220" y="5036261"/>
          <a:ext cx="2878518" cy="64952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29210" rIns="163576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300" b="1" kern="1200" dirty="0" smtClean="0">
              <a:latin typeface="TH SarabunPSK" pitchFamily="34" charset="-34"/>
              <a:cs typeface="TH SarabunPSK" pitchFamily="34" charset="-34"/>
            </a:rPr>
            <a:t>แผนที่/ภาพถ่าย</a:t>
          </a:r>
          <a:endParaRPr lang="th-TH" sz="2300" b="1" kern="1200" dirty="0">
            <a:latin typeface="TH SarabunPSK" pitchFamily="34" charset="-34"/>
            <a:cs typeface="TH SarabunPSK" pitchFamily="34" charset="-34"/>
          </a:endParaRPr>
        </a:p>
      </dsp:txBody>
      <dsp:txXfrm>
        <a:off x="4220" y="5036261"/>
        <a:ext cx="2878518" cy="649527"/>
      </dsp:txXfrm>
    </dsp:sp>
    <dsp:sp modelId="{6E82F916-91CC-4385-BF4F-C641C0F44AA2}">
      <dsp:nvSpPr>
        <dsp:cNvPr id="0" name=""/>
        <dsp:cNvSpPr/>
      </dsp:nvSpPr>
      <dsp:spPr>
        <a:xfrm>
          <a:off x="2882739" y="5036261"/>
          <a:ext cx="2878518" cy="649527"/>
        </a:xfrm>
        <a:prstGeom prst="rect">
          <a:avLst/>
        </a:prstGeom>
        <a:solidFill>
          <a:schemeClr val="accent2">
            <a:tint val="40000"/>
            <a:alpha val="90000"/>
            <a:hueOff val="1005164"/>
            <a:satOff val="-876"/>
            <a:lumOff val="-1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1005164"/>
              <a:satOff val="-876"/>
              <a:lumOff val="-1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29210" rIns="163576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300" b="1" kern="1200" dirty="0" smtClean="0">
              <a:latin typeface="TH SarabunPSK" pitchFamily="34" charset="-34"/>
              <a:cs typeface="TH SarabunPSK" pitchFamily="34" charset="-34"/>
            </a:rPr>
            <a:t>ชันสูตรพลิกศพ</a:t>
          </a:r>
          <a:endParaRPr lang="th-TH" sz="2300" b="1" kern="1200" dirty="0">
            <a:latin typeface="TH SarabunPSK" pitchFamily="34" charset="-34"/>
            <a:cs typeface="TH SarabunPSK" pitchFamily="34" charset="-34"/>
          </a:endParaRPr>
        </a:p>
      </dsp:txBody>
      <dsp:txXfrm>
        <a:off x="2882739" y="5036261"/>
        <a:ext cx="2878518" cy="649527"/>
      </dsp:txXfrm>
    </dsp:sp>
    <dsp:sp modelId="{9D24ED7D-0F76-498C-A12C-6CB4176D72C9}">
      <dsp:nvSpPr>
        <dsp:cNvPr id="0" name=""/>
        <dsp:cNvSpPr/>
      </dsp:nvSpPr>
      <dsp:spPr>
        <a:xfrm>
          <a:off x="5761258" y="5036261"/>
          <a:ext cx="2878518" cy="649527"/>
        </a:xfrm>
        <a:prstGeom prst="rect">
          <a:avLst/>
        </a:prstGeom>
        <a:solidFill>
          <a:schemeClr val="accent2">
            <a:tint val="40000"/>
            <a:alpha val="90000"/>
            <a:hueOff val="2010328"/>
            <a:satOff val="-1751"/>
            <a:lumOff val="-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29210" rIns="163576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300" b="1" kern="1200" dirty="0" smtClean="0">
              <a:latin typeface="TH SarabunPSK" pitchFamily="34" charset="-34"/>
              <a:cs typeface="TH SarabunPSK" pitchFamily="34" charset="-34"/>
            </a:rPr>
            <a:t>เก็บรวบรวมพยานหลักฐาน</a:t>
          </a:r>
          <a:endParaRPr lang="th-TH" sz="2300" b="1" kern="1200" dirty="0">
            <a:latin typeface="TH SarabunPSK" pitchFamily="34" charset="-34"/>
            <a:cs typeface="TH SarabunPSK" pitchFamily="34" charset="-34"/>
          </a:endParaRPr>
        </a:p>
      </dsp:txBody>
      <dsp:txXfrm>
        <a:off x="5761258" y="5036261"/>
        <a:ext cx="2878518" cy="649527"/>
      </dsp:txXfrm>
    </dsp:sp>
    <dsp:sp modelId="{AC8BCD65-2F10-4EC6-8AF3-63B93CD2FEC3}">
      <dsp:nvSpPr>
        <dsp:cNvPr id="0" name=""/>
        <dsp:cNvSpPr/>
      </dsp:nvSpPr>
      <dsp:spPr>
        <a:xfrm rot="10800000">
          <a:off x="0" y="2151511"/>
          <a:ext cx="8643998" cy="2171681"/>
        </a:xfrm>
        <a:prstGeom prst="upArrowCallou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shade val="51000"/>
                <a:satMod val="130000"/>
              </a:schemeClr>
            </a:gs>
            <a:gs pos="80000">
              <a:schemeClr val="accent2">
                <a:hueOff val="2340759"/>
                <a:satOff val="-2919"/>
                <a:lumOff val="686"/>
                <a:alphaOff val="0"/>
                <a:shade val="93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800" b="1" kern="1200" dirty="0" smtClean="0">
              <a:latin typeface="TH SarabunPSK" pitchFamily="34" charset="-34"/>
              <a:cs typeface="TH SarabunPSK" pitchFamily="34" charset="-34"/>
            </a:rPr>
            <a:t>รักษาสถานที่เกิดเหตุ</a:t>
          </a:r>
          <a:endParaRPr lang="th-TH" sz="2800" b="1" kern="1200" dirty="0">
            <a:latin typeface="TH SarabunPSK" pitchFamily="34" charset="-34"/>
            <a:cs typeface="TH SarabunPSK" pitchFamily="34" charset="-34"/>
          </a:endParaRPr>
        </a:p>
      </dsp:txBody>
      <dsp:txXfrm rot="-10800000">
        <a:off x="0" y="2151511"/>
        <a:ext cx="8643998" cy="762260"/>
      </dsp:txXfrm>
    </dsp:sp>
    <dsp:sp modelId="{92D0B5A3-4159-46AD-8ADC-526950144592}">
      <dsp:nvSpPr>
        <dsp:cNvPr id="0" name=""/>
        <dsp:cNvSpPr/>
      </dsp:nvSpPr>
      <dsp:spPr>
        <a:xfrm>
          <a:off x="0" y="2913771"/>
          <a:ext cx="4321998" cy="649332"/>
        </a:xfrm>
        <a:prstGeom prst="rect">
          <a:avLst/>
        </a:prstGeom>
        <a:solidFill>
          <a:schemeClr val="accent2">
            <a:tint val="40000"/>
            <a:alpha val="90000"/>
            <a:hueOff val="3015493"/>
            <a:satOff val="-2627"/>
            <a:lumOff val="-4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015493"/>
              <a:satOff val="-2627"/>
              <a:lumOff val="-4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29210" rIns="163576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300" b="1" kern="1200" dirty="0" smtClean="0">
              <a:latin typeface="TH SarabunPSK" pitchFamily="34" charset="-34"/>
              <a:cs typeface="TH SarabunPSK" pitchFamily="34" charset="-34"/>
            </a:rPr>
            <a:t>อำนวยความสะดวกเส้นทาง/สถานที่เกิดเหตุ</a:t>
          </a:r>
          <a:endParaRPr lang="th-TH" sz="2300" b="1" kern="1200" dirty="0">
            <a:latin typeface="TH SarabunPSK" pitchFamily="34" charset="-34"/>
            <a:cs typeface="TH SarabunPSK" pitchFamily="34" charset="-34"/>
          </a:endParaRPr>
        </a:p>
      </dsp:txBody>
      <dsp:txXfrm>
        <a:off x="0" y="2913771"/>
        <a:ext cx="4321998" cy="649332"/>
      </dsp:txXfrm>
    </dsp:sp>
    <dsp:sp modelId="{C819A2E6-1874-4D8A-AE69-402687FE88BE}">
      <dsp:nvSpPr>
        <dsp:cNvPr id="0" name=""/>
        <dsp:cNvSpPr/>
      </dsp:nvSpPr>
      <dsp:spPr>
        <a:xfrm>
          <a:off x="4321999" y="2913771"/>
          <a:ext cx="4321998" cy="649332"/>
        </a:xfrm>
        <a:prstGeom prst="rect">
          <a:avLst/>
        </a:prstGeom>
        <a:solidFill>
          <a:schemeClr val="accent2">
            <a:tint val="40000"/>
            <a:alpha val="90000"/>
            <a:hueOff val="4020657"/>
            <a:satOff val="-3502"/>
            <a:lumOff val="-5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4020657"/>
              <a:satOff val="-3502"/>
              <a:lumOff val="-5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29210" rIns="163576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300" b="1" kern="1200" dirty="0" smtClean="0">
              <a:latin typeface="TH SarabunPSK" pitchFamily="34" charset="-34"/>
              <a:cs typeface="TH SarabunPSK" pitchFamily="34" charset="-34"/>
            </a:rPr>
            <a:t>กันผู้ที่ไม่เกี่ยวข้อง/ลดการปนเปื้อนพยานหลักฐาน</a:t>
          </a:r>
          <a:endParaRPr lang="th-TH" sz="2300" b="1" kern="1200" dirty="0">
            <a:latin typeface="TH SarabunPSK" pitchFamily="34" charset="-34"/>
            <a:cs typeface="TH SarabunPSK" pitchFamily="34" charset="-34"/>
          </a:endParaRPr>
        </a:p>
      </dsp:txBody>
      <dsp:txXfrm>
        <a:off x="4321999" y="2913771"/>
        <a:ext cx="4321998" cy="649332"/>
      </dsp:txXfrm>
    </dsp:sp>
    <dsp:sp modelId="{615A3728-8E90-4E56-AA10-3E7CC7DAE548}">
      <dsp:nvSpPr>
        <dsp:cNvPr id="0" name=""/>
        <dsp:cNvSpPr/>
      </dsp:nvSpPr>
      <dsp:spPr>
        <a:xfrm rot="10800000">
          <a:off x="0" y="1010"/>
          <a:ext cx="8643998" cy="2171681"/>
        </a:xfrm>
        <a:prstGeom prst="upArrowCallou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3200" b="1" kern="1200" dirty="0" smtClean="0">
              <a:latin typeface="TH SarabunPSK" pitchFamily="34" charset="-34"/>
              <a:cs typeface="TH SarabunPSK" pitchFamily="34" charset="-34"/>
            </a:rPr>
            <a:t>เดินทางไปสถานที่เกิดเหตุโดยเร็ว</a:t>
          </a:r>
          <a:endParaRPr lang="th-TH" sz="3200" b="1" kern="1200" dirty="0">
            <a:latin typeface="TH SarabunPSK" pitchFamily="34" charset="-34"/>
            <a:cs typeface="TH SarabunPSK" pitchFamily="34" charset="-34"/>
          </a:endParaRPr>
        </a:p>
      </dsp:txBody>
      <dsp:txXfrm rot="-10800000">
        <a:off x="0" y="1010"/>
        <a:ext cx="8643998" cy="762260"/>
      </dsp:txXfrm>
    </dsp:sp>
    <dsp:sp modelId="{DF04916C-178E-47FB-9BCC-6FED84D1075F}">
      <dsp:nvSpPr>
        <dsp:cNvPr id="0" name=""/>
        <dsp:cNvSpPr/>
      </dsp:nvSpPr>
      <dsp:spPr>
        <a:xfrm>
          <a:off x="0" y="763270"/>
          <a:ext cx="8643998" cy="649332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29210" rIns="163576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300" b="1" kern="1200" dirty="0" smtClean="0">
              <a:latin typeface="TH SarabunPSK" pitchFamily="34" charset="-34"/>
              <a:cs typeface="TH SarabunPSK" pitchFamily="34" charset="-34"/>
            </a:rPr>
            <a:t>เตรียมความพร้อมก่อนเดินทาง อุปกรณ์/ เส้นทาง /ยานพาหนะ</a:t>
          </a:r>
          <a:endParaRPr lang="th-TH" sz="2300" b="1" kern="1200" dirty="0">
            <a:latin typeface="TH SarabunPSK" pitchFamily="34" charset="-34"/>
            <a:cs typeface="TH SarabunPSK" pitchFamily="34" charset="-34"/>
          </a:endParaRPr>
        </a:p>
      </dsp:txBody>
      <dsp:txXfrm>
        <a:off x="0" y="763270"/>
        <a:ext cx="8643998" cy="64933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66179E-0FFB-4B59-820B-EB59F4DC8BB8}">
      <dsp:nvSpPr>
        <dsp:cNvPr id="0" name=""/>
        <dsp:cNvSpPr/>
      </dsp:nvSpPr>
      <dsp:spPr>
        <a:xfrm>
          <a:off x="0" y="327750"/>
          <a:ext cx="8229600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EC1193E-E0BA-4D87-9664-40BDC13708DF}">
      <dsp:nvSpPr>
        <dsp:cNvPr id="0" name=""/>
        <dsp:cNvSpPr/>
      </dsp:nvSpPr>
      <dsp:spPr>
        <a:xfrm>
          <a:off x="411480" y="30519"/>
          <a:ext cx="6932335" cy="71051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kern="1200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“</a:t>
          </a:r>
          <a:r>
            <a:rPr lang="th-TH" sz="3200" b="1" kern="1200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ป้องกันรักษาสถานที่เกิดเหตุ</a:t>
          </a:r>
          <a:r>
            <a:rPr lang="en-US" sz="3200" b="1" kern="1200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”</a:t>
          </a:r>
          <a:endParaRPr lang="th-TH" sz="3200" b="1" kern="1200" dirty="0">
            <a:solidFill>
              <a:schemeClr val="tx1"/>
            </a:solidFill>
            <a:effectLst/>
            <a:latin typeface="TH SarabunPSK" pitchFamily="34" charset="-34"/>
            <a:cs typeface="TH SarabunPSK" pitchFamily="34" charset="-34"/>
          </a:endParaRPr>
        </a:p>
      </dsp:txBody>
      <dsp:txXfrm>
        <a:off x="446164" y="65203"/>
        <a:ext cx="6862967" cy="641142"/>
      </dsp:txXfrm>
    </dsp:sp>
    <dsp:sp modelId="{BF3D7552-3FBD-4168-904B-3EBCA7E05959}">
      <dsp:nvSpPr>
        <dsp:cNvPr id="0" name=""/>
        <dsp:cNvSpPr/>
      </dsp:nvSpPr>
      <dsp:spPr>
        <a:xfrm>
          <a:off x="0" y="1481781"/>
          <a:ext cx="8229600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D567CAB-52BC-421C-97EE-F43E141536DD}">
      <dsp:nvSpPr>
        <dsp:cNvPr id="0" name=""/>
        <dsp:cNvSpPr/>
      </dsp:nvSpPr>
      <dsp:spPr>
        <a:xfrm>
          <a:off x="411480" y="1184550"/>
          <a:ext cx="6932335" cy="710510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shade val="51000"/>
                <a:satMod val="130000"/>
              </a:schemeClr>
            </a:gs>
            <a:gs pos="80000">
              <a:schemeClr val="accent5">
                <a:hueOff val="-3311292"/>
                <a:satOff val="13270"/>
                <a:lumOff val="2876"/>
                <a:alphaOff val="0"/>
                <a:shade val="93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kern="1200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“</a:t>
          </a:r>
          <a:r>
            <a:rPr lang="th-TH" sz="3200" b="1" kern="1200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เก็บพยานหลักฐานอย่างถูกต้องตามกฎหมาย</a:t>
          </a:r>
          <a:r>
            <a:rPr lang="en-US" sz="3200" b="1" kern="1200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”</a:t>
          </a:r>
          <a:endParaRPr lang="th-TH" sz="3200" b="1" kern="1200" dirty="0">
            <a:solidFill>
              <a:schemeClr val="tx1"/>
            </a:solidFill>
            <a:effectLst/>
            <a:latin typeface="TH SarabunPSK" pitchFamily="34" charset="-34"/>
            <a:cs typeface="TH SarabunPSK" pitchFamily="34" charset="-34"/>
          </a:endParaRPr>
        </a:p>
      </dsp:txBody>
      <dsp:txXfrm>
        <a:off x="446164" y="1219234"/>
        <a:ext cx="6862967" cy="641142"/>
      </dsp:txXfrm>
    </dsp:sp>
    <dsp:sp modelId="{E7074949-89FC-4B97-8D3E-E1CCC6E1AFCA}">
      <dsp:nvSpPr>
        <dsp:cNvPr id="0" name=""/>
        <dsp:cNvSpPr/>
      </dsp:nvSpPr>
      <dsp:spPr>
        <a:xfrm>
          <a:off x="0" y="2635812"/>
          <a:ext cx="8229600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A975983-3C50-49D1-992B-C14769092B96}">
      <dsp:nvSpPr>
        <dsp:cNvPr id="0" name=""/>
        <dsp:cNvSpPr/>
      </dsp:nvSpPr>
      <dsp:spPr>
        <a:xfrm>
          <a:off x="411480" y="2338581"/>
          <a:ext cx="6932335" cy="710510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shade val="51000"/>
                <a:satMod val="130000"/>
              </a:schemeClr>
            </a:gs>
            <a:gs pos="80000">
              <a:schemeClr val="accent5">
                <a:hueOff val="-6622584"/>
                <a:satOff val="26541"/>
                <a:lumOff val="5752"/>
                <a:alphaOff val="0"/>
                <a:shade val="93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kern="1200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“</a:t>
          </a:r>
          <a:r>
            <a:rPr lang="th-TH" sz="3200" b="1" kern="1200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กระทำการค้นหาพยานหลักฐานอย่างเหมาะสม</a:t>
          </a:r>
          <a:r>
            <a:rPr lang="en-US" sz="3200" b="1" kern="1200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”</a:t>
          </a:r>
          <a:endParaRPr lang="th-TH" sz="3200" b="1" kern="1200" dirty="0">
            <a:solidFill>
              <a:schemeClr val="tx1"/>
            </a:solidFill>
            <a:effectLst/>
            <a:latin typeface="TH SarabunPSK" pitchFamily="34" charset="-34"/>
            <a:cs typeface="TH SarabunPSK" pitchFamily="34" charset="-34"/>
          </a:endParaRPr>
        </a:p>
      </dsp:txBody>
      <dsp:txXfrm>
        <a:off x="446164" y="2373265"/>
        <a:ext cx="6862967" cy="641142"/>
      </dsp:txXfrm>
    </dsp:sp>
    <dsp:sp modelId="{BA9EE315-EAE4-49B6-BBD2-49E68ABD2366}">
      <dsp:nvSpPr>
        <dsp:cNvPr id="0" name=""/>
        <dsp:cNvSpPr/>
      </dsp:nvSpPr>
      <dsp:spPr>
        <a:xfrm>
          <a:off x="0" y="3789843"/>
          <a:ext cx="8229600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2E19B7A-DD43-4AA2-AF99-3DC5A0F54203}">
      <dsp:nvSpPr>
        <dsp:cNvPr id="0" name=""/>
        <dsp:cNvSpPr/>
      </dsp:nvSpPr>
      <dsp:spPr>
        <a:xfrm>
          <a:off x="411480" y="3492612"/>
          <a:ext cx="6932335" cy="71051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kern="1200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“</a:t>
          </a:r>
          <a:r>
            <a:rPr lang="th-TH" sz="3200" b="1" kern="1200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มีห่วงโซ่การครอบครองพยานหลักฐานโดยตลอด</a:t>
          </a:r>
          <a:r>
            <a:rPr lang="en-US" sz="3200" b="1" kern="1200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”</a:t>
          </a:r>
          <a:endParaRPr lang="th-TH" sz="3200" b="1" kern="1200" dirty="0">
            <a:solidFill>
              <a:schemeClr val="tx1"/>
            </a:solidFill>
            <a:effectLst/>
            <a:latin typeface="TH SarabunPSK" pitchFamily="34" charset="-34"/>
            <a:cs typeface="TH SarabunPSK" pitchFamily="34" charset="-34"/>
          </a:endParaRPr>
        </a:p>
      </dsp:txBody>
      <dsp:txXfrm>
        <a:off x="446164" y="3527296"/>
        <a:ext cx="6862967" cy="64114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1451AD-0E0E-4CFA-AC87-7D0277FE289A}">
      <dsp:nvSpPr>
        <dsp:cNvPr id="0" name=""/>
        <dsp:cNvSpPr/>
      </dsp:nvSpPr>
      <dsp:spPr>
        <a:xfrm>
          <a:off x="0" y="51016"/>
          <a:ext cx="8929718" cy="7113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4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การจัดการ (</a:t>
          </a:r>
          <a:r>
            <a:rPr lang="en-US" sz="24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Taking</a:t>
          </a:r>
          <a:r>
            <a:rPr lang="th-TH" sz="24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) </a:t>
          </a:r>
          <a:endParaRPr lang="th-TH" sz="24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sp:txBody>
      <dsp:txXfrm>
        <a:off x="34726" y="85742"/>
        <a:ext cx="8860266" cy="641908"/>
      </dsp:txXfrm>
    </dsp:sp>
    <dsp:sp modelId="{74F7FEB6-8A7B-4852-8691-E49744208643}">
      <dsp:nvSpPr>
        <dsp:cNvPr id="0" name=""/>
        <dsp:cNvSpPr/>
      </dsp:nvSpPr>
      <dsp:spPr>
        <a:xfrm>
          <a:off x="0" y="762376"/>
          <a:ext cx="8929718" cy="62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3519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th-TH" sz="20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กระทำโดยบุคคลผู้เก็บพยานวัตถุเพื่อจำแนกพยานวัตถุในสถานที่เกิดเหตุ โดยการทำตำหนิ ระบุวัน เดือน ปี เวลาที่เก็บ พร้อมทั้งรายละเอียดต่าง ๆ ของพยานวัตถุนั้นจากสถานที่เกิดเหตุจริง</a:t>
          </a:r>
          <a:endParaRPr lang="th-TH" sz="20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sp:txBody>
      <dsp:txXfrm>
        <a:off x="0" y="762376"/>
        <a:ext cx="8929718" cy="629280"/>
      </dsp:txXfrm>
    </dsp:sp>
    <dsp:sp modelId="{371DA171-5932-4401-95F7-D88D25F6A8CB}">
      <dsp:nvSpPr>
        <dsp:cNvPr id="0" name=""/>
        <dsp:cNvSpPr/>
      </dsp:nvSpPr>
      <dsp:spPr>
        <a:xfrm>
          <a:off x="0" y="1391656"/>
          <a:ext cx="8929718" cy="711360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shade val="51000"/>
                <a:satMod val="130000"/>
              </a:schemeClr>
            </a:gs>
            <a:gs pos="80000">
              <a:schemeClr val="accent5">
                <a:hueOff val="-3311292"/>
                <a:satOff val="13270"/>
                <a:lumOff val="2876"/>
                <a:alphaOff val="0"/>
                <a:shade val="93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4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การเก็บ (</a:t>
          </a:r>
          <a:r>
            <a:rPr lang="en-US" sz="24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Keeping</a:t>
          </a:r>
          <a:r>
            <a:rPr lang="th-TH" sz="24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) </a:t>
          </a:r>
          <a:endParaRPr lang="th-TH" sz="24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sp:txBody>
      <dsp:txXfrm>
        <a:off x="34726" y="1426382"/>
        <a:ext cx="8860266" cy="641908"/>
      </dsp:txXfrm>
    </dsp:sp>
    <dsp:sp modelId="{4981BBBC-A6E4-4D0E-83F4-C7DF8F1072B8}">
      <dsp:nvSpPr>
        <dsp:cNvPr id="0" name=""/>
        <dsp:cNvSpPr/>
      </dsp:nvSpPr>
      <dsp:spPr>
        <a:xfrm>
          <a:off x="0" y="2103016"/>
          <a:ext cx="8929718" cy="825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3519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th-TH" sz="20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พิสูจน์ให้เห็นว่าการเก็บและครอบครองพยานวัตถุได้กระทำอย่างเหมาะสม เพื่อไม่ให้เกิดการปนเปื้อนหรือผิดพลาดขึ้น วิธีการที่ดีที่สุด คือแสดงให้เห็นว่าพยานวัตถุนั้นได้ถูกเก็บอย่างถูกต้องตามหลักวิชาการ มีการแยกเก็บและจำกัดให้เกี่ยวข้องได้เฉพาะผู้ที่จำเป็นเท่านั้น </a:t>
          </a:r>
          <a:endParaRPr lang="th-TH" sz="20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sp:txBody>
      <dsp:txXfrm>
        <a:off x="0" y="2103016"/>
        <a:ext cx="8929718" cy="825929"/>
      </dsp:txXfrm>
    </dsp:sp>
    <dsp:sp modelId="{18D3DF63-128A-45B5-A0DD-C8196CCE9991}">
      <dsp:nvSpPr>
        <dsp:cNvPr id="0" name=""/>
        <dsp:cNvSpPr/>
      </dsp:nvSpPr>
      <dsp:spPr>
        <a:xfrm>
          <a:off x="0" y="2928946"/>
          <a:ext cx="8929718" cy="711360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shade val="51000"/>
                <a:satMod val="130000"/>
              </a:schemeClr>
            </a:gs>
            <a:gs pos="80000">
              <a:schemeClr val="accent5">
                <a:hueOff val="-6622584"/>
                <a:satOff val="26541"/>
                <a:lumOff val="5752"/>
                <a:alphaOff val="0"/>
                <a:shade val="93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4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การขนส่ง (</a:t>
          </a:r>
          <a:r>
            <a:rPr lang="en-US" sz="24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Transporting</a:t>
          </a:r>
          <a:r>
            <a:rPr lang="th-TH" sz="24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) </a:t>
          </a:r>
          <a:endParaRPr lang="th-TH" sz="24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sp:txBody>
      <dsp:txXfrm>
        <a:off x="34726" y="2963672"/>
        <a:ext cx="8860266" cy="641908"/>
      </dsp:txXfrm>
    </dsp:sp>
    <dsp:sp modelId="{89AA0754-5FF1-4929-9CD5-C3E22D76D57D}">
      <dsp:nvSpPr>
        <dsp:cNvPr id="0" name=""/>
        <dsp:cNvSpPr/>
      </dsp:nvSpPr>
      <dsp:spPr>
        <a:xfrm>
          <a:off x="0" y="3640306"/>
          <a:ext cx="8929718" cy="62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3519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th-TH" sz="20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การขนส่งวัตถุพยานทุกครั้ง จะต้องมีความรัดกุมและแสดงให้เห็นว่า ไม่เกิดการสับสนกับของกลางหรือพยานวัตถุอื่น ๆ รวมถึงแสดงให้เห็นถึงว่า พยานวัตถุนั้นได้ถูกบรรจุ หีบห่อ ปิดผนึก และติดฉลากได้อย่างเหมาะสม</a:t>
          </a:r>
          <a:endParaRPr lang="th-TH" sz="20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sp:txBody>
      <dsp:txXfrm>
        <a:off x="0" y="3640306"/>
        <a:ext cx="8929718" cy="629280"/>
      </dsp:txXfrm>
    </dsp:sp>
    <dsp:sp modelId="{7E07EE0D-6362-4297-9DA7-867DB140EBED}">
      <dsp:nvSpPr>
        <dsp:cNvPr id="0" name=""/>
        <dsp:cNvSpPr/>
      </dsp:nvSpPr>
      <dsp:spPr>
        <a:xfrm>
          <a:off x="0" y="4269586"/>
          <a:ext cx="8929718" cy="71136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4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การส่งมอบ (</a:t>
          </a:r>
          <a:r>
            <a:rPr lang="en-US" sz="24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Delivering</a:t>
          </a:r>
          <a:r>
            <a:rPr lang="th-TH" sz="24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) </a:t>
          </a:r>
          <a:endParaRPr lang="th-TH" sz="24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sp:txBody>
      <dsp:txXfrm>
        <a:off x="34726" y="4304312"/>
        <a:ext cx="8860266" cy="641908"/>
      </dsp:txXfrm>
    </dsp:sp>
    <dsp:sp modelId="{240F0CED-833E-4166-B1F6-8090FE0A5EE4}">
      <dsp:nvSpPr>
        <dsp:cNvPr id="0" name=""/>
        <dsp:cNvSpPr/>
      </dsp:nvSpPr>
      <dsp:spPr>
        <a:xfrm>
          <a:off x="0" y="4980946"/>
          <a:ext cx="8929718" cy="825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3519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th-TH" sz="20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เป็นการตรวจพิสูจน์ว่า ของกลางได้ส่งมอบให้แก่ผู้รับ (เจ้าหน้าที่ผู้ชำนาญในห้องปฏิบัติการ แพทย์ หรือหน่วยงานอื่น) อย่างถูกต้องและเหมาะสม โดยมีหลักฐาน แสดงวัน เดือน ปี เวลา ที่รับของกลาง รายละเอียดของของกลาง และให้ผู้รับลงลายมือชื่อ พร้อมทั้ง วัน เวลา ไว้ในสำเนาหนังสือนำส่ง</a:t>
          </a:r>
          <a:endParaRPr lang="th-TH" sz="20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sp:txBody>
      <dsp:txXfrm>
        <a:off x="0" y="4980946"/>
        <a:ext cx="8929718" cy="82592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3BF45A-51F8-4A19-9FD9-9CE6369BD188}">
      <dsp:nvSpPr>
        <dsp:cNvPr id="0" name=""/>
        <dsp:cNvSpPr/>
      </dsp:nvSpPr>
      <dsp:spPr>
        <a:xfrm>
          <a:off x="0" y="312533"/>
          <a:ext cx="8643998" cy="5402498"/>
        </a:xfrm>
        <a:prstGeom prst="swooshArrow">
          <a:avLst>
            <a:gd name="adj1" fmla="val 25000"/>
            <a:gd name="adj2" fmla="val 25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32A977-D7DE-4E76-82F1-BD2F27B3295C}">
      <dsp:nvSpPr>
        <dsp:cNvPr id="0" name=""/>
        <dsp:cNvSpPr/>
      </dsp:nvSpPr>
      <dsp:spPr>
        <a:xfrm>
          <a:off x="851433" y="4495039"/>
          <a:ext cx="198811" cy="19881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6D0D0F5-7FD5-4CE1-8EBA-43A8889B28F8}">
      <dsp:nvSpPr>
        <dsp:cNvPr id="0" name=""/>
        <dsp:cNvSpPr/>
      </dsp:nvSpPr>
      <dsp:spPr>
        <a:xfrm>
          <a:off x="950839" y="4594445"/>
          <a:ext cx="1132363" cy="1285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346" tIns="0" rIns="0" bIns="0" numCol="1" spcCol="1270" anchor="t" anchorCtr="0">
          <a:noAutofit/>
          <a:sp3d extrusionH="28000" prstMaterial="matte"/>
        </a:bodyPr>
        <a:lstStyle/>
        <a:p>
          <a:pPr lvl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4300" b="1" kern="1200" dirty="0" smtClean="0">
              <a:latin typeface="TH SarabunPSK" pitchFamily="34" charset="-34"/>
              <a:cs typeface="TH SarabunPSK" pitchFamily="34" charset="-34"/>
            </a:rPr>
            <a:t>การจัดการ</a:t>
          </a:r>
          <a:endParaRPr lang="th-TH" sz="4300" b="1" kern="1200" dirty="0">
            <a:latin typeface="TH SarabunPSK" pitchFamily="34" charset="-34"/>
            <a:cs typeface="TH SarabunPSK" pitchFamily="34" charset="-34"/>
          </a:endParaRPr>
        </a:p>
      </dsp:txBody>
      <dsp:txXfrm>
        <a:off x="950839" y="4594445"/>
        <a:ext cx="1132363" cy="1285794"/>
      </dsp:txXfrm>
    </dsp:sp>
    <dsp:sp modelId="{23DA9456-08D4-45A2-88D1-DFFFB03066A2}">
      <dsp:nvSpPr>
        <dsp:cNvPr id="0" name=""/>
        <dsp:cNvSpPr/>
      </dsp:nvSpPr>
      <dsp:spPr>
        <a:xfrm>
          <a:off x="1927611" y="3461001"/>
          <a:ext cx="311183" cy="31118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94F87D7-BEC0-45EF-9012-7A1696BF612F}">
      <dsp:nvSpPr>
        <dsp:cNvPr id="0" name=""/>
        <dsp:cNvSpPr/>
      </dsp:nvSpPr>
      <dsp:spPr>
        <a:xfrm>
          <a:off x="2083203" y="3616593"/>
          <a:ext cx="1434903" cy="2263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890" tIns="0" rIns="0" bIns="0" numCol="1" spcCol="1270" anchor="t" anchorCtr="0">
          <a:noAutofit/>
          <a:sp3d extrusionH="28000" prstMaterial="matte"/>
        </a:bodyPr>
        <a:lstStyle/>
        <a:p>
          <a:pPr lvl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4300" b="1" kern="1200" dirty="0" smtClean="0">
              <a:latin typeface="TH SarabunPSK" pitchFamily="34" charset="-34"/>
              <a:cs typeface="TH SarabunPSK" pitchFamily="34" charset="-34"/>
            </a:rPr>
            <a:t>การจัดเก็บ</a:t>
          </a:r>
          <a:endParaRPr lang="th-TH" sz="4300" b="1" kern="1200" dirty="0">
            <a:latin typeface="TH SarabunPSK" pitchFamily="34" charset="-34"/>
            <a:cs typeface="TH SarabunPSK" pitchFamily="34" charset="-34"/>
          </a:endParaRPr>
        </a:p>
      </dsp:txBody>
      <dsp:txXfrm>
        <a:off x="2083203" y="3616593"/>
        <a:ext cx="1434903" cy="2263646"/>
      </dsp:txXfrm>
    </dsp:sp>
    <dsp:sp modelId="{FC1087C1-3D0B-4CE5-BA55-4B6E7B10FAFE}">
      <dsp:nvSpPr>
        <dsp:cNvPr id="0" name=""/>
        <dsp:cNvSpPr/>
      </dsp:nvSpPr>
      <dsp:spPr>
        <a:xfrm>
          <a:off x="3310651" y="2636580"/>
          <a:ext cx="414911" cy="41491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400D00F-CB87-4493-BC81-F0D19E183969}">
      <dsp:nvSpPr>
        <dsp:cNvPr id="0" name=""/>
        <dsp:cNvSpPr/>
      </dsp:nvSpPr>
      <dsp:spPr>
        <a:xfrm>
          <a:off x="3518107" y="2844036"/>
          <a:ext cx="1668291" cy="3036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9853" tIns="0" rIns="0" bIns="0" numCol="1" spcCol="1270" anchor="t" anchorCtr="0">
          <a:noAutofit/>
          <a:sp3d extrusionH="28000" prstMaterial="matte"/>
        </a:bodyPr>
        <a:lstStyle/>
        <a:p>
          <a:pPr lvl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4300" b="1" kern="1200" dirty="0" smtClean="0">
              <a:latin typeface="TH SarabunPSK" pitchFamily="34" charset="-34"/>
              <a:cs typeface="TH SarabunPSK" pitchFamily="34" charset="-34"/>
            </a:rPr>
            <a:t>การขนส่ง</a:t>
          </a:r>
          <a:endParaRPr lang="th-TH" sz="4300" b="1" kern="1200" dirty="0">
            <a:latin typeface="TH SarabunPSK" pitchFamily="34" charset="-34"/>
            <a:cs typeface="TH SarabunPSK" pitchFamily="34" charset="-34"/>
          </a:endParaRPr>
        </a:p>
      </dsp:txBody>
      <dsp:txXfrm>
        <a:off x="3518107" y="2844036"/>
        <a:ext cx="1668291" cy="3036204"/>
      </dsp:txXfrm>
    </dsp:sp>
    <dsp:sp modelId="{CD1F8388-0100-480E-A6E3-0D7EB20047C2}">
      <dsp:nvSpPr>
        <dsp:cNvPr id="0" name=""/>
        <dsp:cNvSpPr/>
      </dsp:nvSpPr>
      <dsp:spPr>
        <a:xfrm>
          <a:off x="4918434" y="1992602"/>
          <a:ext cx="535927" cy="53592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7E7D9EB-E2D6-4EF5-B81F-3A4A62B07279}">
      <dsp:nvSpPr>
        <dsp:cNvPr id="0" name=""/>
        <dsp:cNvSpPr/>
      </dsp:nvSpPr>
      <dsp:spPr>
        <a:xfrm>
          <a:off x="5186398" y="2260566"/>
          <a:ext cx="1728799" cy="3619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3977" tIns="0" rIns="0" bIns="0" numCol="1" spcCol="1270" anchor="t" anchorCtr="0">
          <a:noAutofit/>
          <a:sp3d extrusionH="28000" prstMaterial="matte"/>
        </a:bodyPr>
        <a:lstStyle/>
        <a:p>
          <a:pPr lvl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4300" b="1" kern="1200" dirty="0" smtClean="0">
              <a:latin typeface="TH SarabunPSK" pitchFamily="34" charset="-34"/>
              <a:cs typeface="TH SarabunPSK" pitchFamily="34" charset="-34"/>
            </a:rPr>
            <a:t>การส่งมอบ</a:t>
          </a:r>
          <a:endParaRPr lang="th-TH" sz="4300" b="1" kern="1200" dirty="0">
            <a:latin typeface="TH SarabunPSK" pitchFamily="34" charset="-34"/>
            <a:cs typeface="TH SarabunPSK" pitchFamily="34" charset="-34"/>
          </a:endParaRPr>
        </a:p>
      </dsp:txBody>
      <dsp:txXfrm>
        <a:off x="5186398" y="2260566"/>
        <a:ext cx="1728799" cy="3619674"/>
      </dsp:txXfrm>
    </dsp:sp>
    <dsp:sp modelId="{2E6AC8C6-BD58-48FD-90E2-B050180D147D}">
      <dsp:nvSpPr>
        <dsp:cNvPr id="0" name=""/>
        <dsp:cNvSpPr/>
      </dsp:nvSpPr>
      <dsp:spPr>
        <a:xfrm>
          <a:off x="6573760" y="1562563"/>
          <a:ext cx="682875" cy="682875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9F8D537-796A-413F-BDB3-470D686EF9A8}">
      <dsp:nvSpPr>
        <dsp:cNvPr id="0" name=""/>
        <dsp:cNvSpPr/>
      </dsp:nvSpPr>
      <dsp:spPr>
        <a:xfrm>
          <a:off x="6915198" y="1904001"/>
          <a:ext cx="1728799" cy="3976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842" tIns="0" rIns="0" bIns="0" numCol="1" spcCol="1270" anchor="t" anchorCtr="0">
          <a:noAutofit/>
          <a:sp3d extrusionH="28000" prstMaterial="matte"/>
        </a:bodyPr>
        <a:lstStyle/>
        <a:p>
          <a:pPr lvl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4300" b="1" kern="1200" dirty="0" smtClean="0">
              <a:latin typeface="TH SarabunPSK" pitchFamily="34" charset="-34"/>
              <a:cs typeface="TH SarabunPSK" pitchFamily="34" charset="-34"/>
            </a:rPr>
            <a:t>ใช้ในศาล</a:t>
          </a:r>
          <a:endParaRPr lang="th-TH" sz="4300" b="1" kern="1200" dirty="0">
            <a:latin typeface="TH SarabunPSK" pitchFamily="34" charset="-34"/>
            <a:cs typeface="TH SarabunPSK" pitchFamily="34" charset="-34"/>
          </a:endParaRPr>
        </a:p>
      </dsp:txBody>
      <dsp:txXfrm>
        <a:off x="6915198" y="1904001"/>
        <a:ext cx="1728799" cy="397623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93CD02-CD35-44CC-B42A-A1B534511170}">
      <dsp:nvSpPr>
        <dsp:cNvPr id="0" name=""/>
        <dsp:cNvSpPr/>
      </dsp:nvSpPr>
      <dsp:spPr>
        <a:xfrm>
          <a:off x="2723" y="150383"/>
          <a:ext cx="2655484" cy="1062193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32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ฆาตกรรม</a:t>
          </a:r>
          <a:endParaRPr lang="th-TH" sz="32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sp:txBody>
      <dsp:txXfrm>
        <a:off x="2723" y="150383"/>
        <a:ext cx="2655484" cy="1062193"/>
      </dsp:txXfrm>
    </dsp:sp>
    <dsp:sp modelId="{F3360708-19B1-44AE-B49E-AFF24EBBEAD1}">
      <dsp:nvSpPr>
        <dsp:cNvPr id="0" name=""/>
        <dsp:cNvSpPr/>
      </dsp:nvSpPr>
      <dsp:spPr>
        <a:xfrm>
          <a:off x="2723" y="1212576"/>
          <a:ext cx="2655484" cy="470926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h-TH" sz="28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บาดแผลอยู่บริเวณใดก็ได้ </a:t>
          </a:r>
          <a:endParaRPr lang="th-TH" sz="28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h-TH" sz="28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ทะลุเสื้อผ้า</a:t>
          </a:r>
          <a:endParaRPr lang="th-TH" sz="28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h-TH" sz="28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มักมีหลายแห่ง</a:t>
          </a:r>
          <a:endParaRPr lang="th-TH" sz="28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h-TH" sz="28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มักมีบาดแผลหลายประเภท</a:t>
          </a:r>
          <a:endParaRPr lang="th-TH" sz="28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h-TH" sz="28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มักมีบาดแผลแห่งการป้องกันตัว</a:t>
          </a:r>
          <a:endParaRPr lang="th-TH" sz="28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sp:txBody>
      <dsp:txXfrm>
        <a:off x="2723" y="1212576"/>
        <a:ext cx="2655484" cy="4709269"/>
      </dsp:txXfrm>
    </dsp:sp>
    <dsp:sp modelId="{B2967EC1-10DF-4096-A2F9-2634E07990A2}">
      <dsp:nvSpPr>
        <dsp:cNvPr id="0" name=""/>
        <dsp:cNvSpPr/>
      </dsp:nvSpPr>
      <dsp:spPr>
        <a:xfrm>
          <a:off x="3029975" y="150383"/>
          <a:ext cx="2655484" cy="1062193"/>
        </a:xfrm>
        <a:prstGeom prst="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shade val="51000"/>
                <a:satMod val="130000"/>
              </a:schemeClr>
            </a:gs>
            <a:gs pos="80000">
              <a:schemeClr val="accent5">
                <a:hueOff val="-4966938"/>
                <a:satOff val="19906"/>
                <a:lumOff val="4314"/>
                <a:alphaOff val="0"/>
                <a:shade val="93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32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ฆ่าตัวตาย</a:t>
          </a:r>
          <a:endParaRPr lang="th-TH" sz="32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sp:txBody>
      <dsp:txXfrm>
        <a:off x="3029975" y="150383"/>
        <a:ext cx="2655484" cy="1062193"/>
      </dsp:txXfrm>
    </dsp:sp>
    <dsp:sp modelId="{D1FB2470-14EF-444A-B2EC-188530BC0C52}">
      <dsp:nvSpPr>
        <dsp:cNvPr id="0" name=""/>
        <dsp:cNvSpPr/>
      </dsp:nvSpPr>
      <dsp:spPr>
        <a:xfrm>
          <a:off x="3029975" y="1212576"/>
          <a:ext cx="2655484" cy="4709269"/>
        </a:xfrm>
        <a:prstGeom prst="rect">
          <a:avLst/>
        </a:prstGeom>
        <a:solidFill>
          <a:schemeClr val="accent5">
            <a:tint val="40000"/>
            <a:alpha val="90000"/>
            <a:hueOff val="-5370241"/>
            <a:satOff val="24126"/>
            <a:lumOff val="1658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5370241"/>
              <a:satOff val="24126"/>
              <a:lumOff val="165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h-TH" sz="28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บาดแผลได้รับการเลือกแล้ว</a:t>
          </a:r>
          <a:endParaRPr lang="th-TH" sz="28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h-TH" sz="28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ไม่ทะลุเสื้อผ้า</a:t>
          </a:r>
          <a:endParaRPr lang="th-TH" sz="28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h-TH" sz="28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อาจมีหลายแห่ง/ประเภท แต่มักมีแห่งเดียว</a:t>
          </a:r>
          <a:endParaRPr lang="th-TH" sz="28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h-TH" sz="28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มักมีบาดแผลแห่งความไม่แน่ใจ</a:t>
          </a:r>
          <a:endParaRPr lang="th-TH" sz="28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h-TH" sz="28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ไม่มีบาดแผลแห่งการป้องกันตัว</a:t>
          </a:r>
          <a:endParaRPr lang="th-TH" sz="28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th-TH" sz="32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sp:txBody>
      <dsp:txXfrm>
        <a:off x="3029975" y="1212576"/>
        <a:ext cx="2655484" cy="4709269"/>
      </dsp:txXfrm>
    </dsp:sp>
    <dsp:sp modelId="{3FC45607-5CE4-48C0-8AB6-604EBAF590CC}">
      <dsp:nvSpPr>
        <dsp:cNvPr id="0" name=""/>
        <dsp:cNvSpPr/>
      </dsp:nvSpPr>
      <dsp:spPr>
        <a:xfrm>
          <a:off x="6057228" y="150383"/>
          <a:ext cx="2655484" cy="1062193"/>
        </a:xfrm>
        <a:prstGeom prst="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32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อุบัติเหตุ</a:t>
          </a:r>
          <a:endParaRPr lang="th-TH" sz="32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sp:txBody>
      <dsp:txXfrm>
        <a:off x="6057228" y="150383"/>
        <a:ext cx="2655484" cy="1062193"/>
      </dsp:txXfrm>
    </dsp:sp>
    <dsp:sp modelId="{83222E29-6FFA-49FE-A636-7B11CC11FABB}">
      <dsp:nvSpPr>
        <dsp:cNvPr id="0" name=""/>
        <dsp:cNvSpPr/>
      </dsp:nvSpPr>
      <dsp:spPr>
        <a:xfrm>
          <a:off x="6057228" y="1212576"/>
          <a:ext cx="2655484" cy="4709269"/>
        </a:xfrm>
        <a:prstGeom prst="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h-TH" sz="28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บาดแผลเกิดบริเวณใดก็ได้</a:t>
          </a:r>
          <a:endParaRPr lang="th-TH" sz="28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h-TH" sz="28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ทะลุเสื้อผ้า</a:t>
          </a:r>
          <a:endParaRPr lang="th-TH" sz="28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h-TH" sz="28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มักมีบาดแผลประเภทเดียว</a:t>
          </a:r>
          <a:endParaRPr lang="th-TH" sz="28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h-TH" sz="28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ไม่มีบาดแผลแห้งความไม่แน่ใจ </a:t>
          </a:r>
          <a:endParaRPr lang="th-TH" sz="28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h-TH" sz="28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ไม่มีบาดแผลแห่งการป้องกัน</a:t>
          </a:r>
          <a:endParaRPr lang="th-TH" sz="28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sp:txBody>
      <dsp:txXfrm>
        <a:off x="6057228" y="1212576"/>
        <a:ext cx="2655484" cy="470926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66ACDC-4502-4551-ABCC-2EB093372C53}">
      <dsp:nvSpPr>
        <dsp:cNvPr id="0" name=""/>
        <dsp:cNvSpPr/>
      </dsp:nvSpPr>
      <dsp:spPr>
        <a:xfrm>
          <a:off x="2857" y="750510"/>
          <a:ext cx="2786062" cy="109032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3200" b="1" kern="1200" dirty="0" smtClean="0">
              <a:latin typeface="TH SarabunPSK" pitchFamily="34" charset="-34"/>
              <a:cs typeface="TH SarabunPSK" pitchFamily="34" charset="-34"/>
            </a:rPr>
            <a:t>ประชุมวางแผนการสืบสวนสอบสวน</a:t>
          </a:r>
          <a:endParaRPr lang="th-TH" sz="3200" b="1" kern="1200" dirty="0">
            <a:latin typeface="TH SarabunPSK" pitchFamily="34" charset="-34"/>
            <a:cs typeface="TH SarabunPSK" pitchFamily="34" charset="-34"/>
          </a:endParaRPr>
        </a:p>
      </dsp:txBody>
      <dsp:txXfrm>
        <a:off x="2857" y="750510"/>
        <a:ext cx="2786062" cy="1090321"/>
      </dsp:txXfrm>
    </dsp:sp>
    <dsp:sp modelId="{F25F7D12-1E10-4840-A47D-CAC1D72A886A}">
      <dsp:nvSpPr>
        <dsp:cNvPr id="0" name=""/>
        <dsp:cNvSpPr/>
      </dsp:nvSpPr>
      <dsp:spPr>
        <a:xfrm>
          <a:off x="2857" y="1840831"/>
          <a:ext cx="2786062" cy="326655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h-TH" sz="2800" b="1" kern="1200" dirty="0" smtClean="0">
              <a:latin typeface="TH SarabunPSK" pitchFamily="34" charset="-34"/>
              <a:cs typeface="TH SarabunPSK" pitchFamily="34" charset="-34"/>
            </a:rPr>
            <a:t>กำหนดแนวทางการทำงาน ตั้งประเด็นการสืบสวน ตั้งรูปคดี</a:t>
          </a:r>
          <a:endParaRPr lang="th-TH" sz="2800" b="1" kern="1200" dirty="0">
            <a:latin typeface="TH SarabunPSK" pitchFamily="34" charset="-34"/>
            <a:cs typeface="TH SarabunPSK" pitchFamily="34" charset="-34"/>
          </a:endParaRPr>
        </a:p>
      </dsp:txBody>
      <dsp:txXfrm>
        <a:off x="2857" y="1840831"/>
        <a:ext cx="2786062" cy="3266550"/>
      </dsp:txXfrm>
    </dsp:sp>
    <dsp:sp modelId="{3AD9577F-50CE-475D-9918-93F0D6C301BC}">
      <dsp:nvSpPr>
        <dsp:cNvPr id="0" name=""/>
        <dsp:cNvSpPr/>
      </dsp:nvSpPr>
      <dsp:spPr>
        <a:xfrm>
          <a:off x="3178968" y="750510"/>
          <a:ext cx="2786062" cy="1090321"/>
        </a:xfrm>
        <a:prstGeom prst="rect">
          <a:avLst/>
        </a:prstGeom>
        <a:gradFill rotWithShape="0">
          <a:gsLst>
            <a:gs pos="0">
              <a:schemeClr val="accent4">
                <a:hueOff val="-2232385"/>
                <a:satOff val="13449"/>
                <a:lumOff val="1078"/>
                <a:alphaOff val="0"/>
                <a:shade val="51000"/>
                <a:satMod val="130000"/>
              </a:schemeClr>
            </a:gs>
            <a:gs pos="80000">
              <a:schemeClr val="accent4">
                <a:hueOff val="-2232385"/>
                <a:satOff val="13449"/>
                <a:lumOff val="1078"/>
                <a:alphaOff val="0"/>
                <a:shade val="93000"/>
                <a:satMod val="130000"/>
              </a:schemeClr>
            </a:gs>
            <a:gs pos="100000">
              <a:schemeClr val="accent4">
                <a:hueOff val="-2232385"/>
                <a:satOff val="13449"/>
                <a:lumOff val="107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3200" b="1" kern="1200" dirty="0" smtClean="0">
              <a:latin typeface="TH SarabunPSK" pitchFamily="34" charset="-34"/>
              <a:cs typeface="TH SarabunPSK" pitchFamily="34" charset="-34"/>
            </a:rPr>
            <a:t>เตรียมชุดปฏิบัติการ</a:t>
          </a:r>
          <a:endParaRPr lang="th-TH" sz="3200" b="1" kern="1200" dirty="0">
            <a:latin typeface="TH SarabunPSK" pitchFamily="34" charset="-34"/>
            <a:cs typeface="TH SarabunPSK" pitchFamily="34" charset="-34"/>
          </a:endParaRPr>
        </a:p>
      </dsp:txBody>
      <dsp:txXfrm>
        <a:off x="3178968" y="750510"/>
        <a:ext cx="2786062" cy="1090321"/>
      </dsp:txXfrm>
    </dsp:sp>
    <dsp:sp modelId="{030FD537-E7D8-473D-9A70-8B14D03F084B}">
      <dsp:nvSpPr>
        <dsp:cNvPr id="0" name=""/>
        <dsp:cNvSpPr/>
      </dsp:nvSpPr>
      <dsp:spPr>
        <a:xfrm>
          <a:off x="3178968" y="1840831"/>
          <a:ext cx="2786062" cy="3266550"/>
        </a:xfrm>
        <a:prstGeom prst="rect">
          <a:avLst/>
        </a:prstGeom>
        <a:solidFill>
          <a:schemeClr val="accent4">
            <a:tint val="40000"/>
            <a:alpha val="90000"/>
            <a:hueOff val="-1972853"/>
            <a:satOff val="11079"/>
            <a:lumOff val="704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-1972853"/>
              <a:satOff val="11079"/>
              <a:lumOff val="704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h-TH" sz="2800" b="1" kern="1200" dirty="0" smtClean="0">
              <a:latin typeface="TH SarabunPSK" pitchFamily="34" charset="-34"/>
              <a:cs typeface="TH SarabunPSK" pitchFamily="34" charset="-34"/>
            </a:rPr>
            <a:t>ชุดสอบสวน</a:t>
          </a:r>
          <a:endParaRPr lang="th-TH" sz="2800" b="1" kern="1200" dirty="0">
            <a:latin typeface="TH SarabunPSK" pitchFamily="34" charset="-34"/>
            <a:cs typeface="TH SarabunPSK" pitchFamily="34" charset="-34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h-TH" sz="2800" b="1" kern="1200" dirty="0" smtClean="0">
              <a:latin typeface="TH SarabunPSK" pitchFamily="34" charset="-34"/>
              <a:cs typeface="TH SarabunPSK" pitchFamily="34" charset="-34"/>
            </a:rPr>
            <a:t>ชุดสืบสวน</a:t>
          </a:r>
          <a:endParaRPr lang="th-TH" sz="2800" b="1" kern="1200" dirty="0">
            <a:latin typeface="TH SarabunPSK" pitchFamily="34" charset="-34"/>
            <a:cs typeface="TH SarabunPSK" pitchFamily="34" charset="-34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h-TH" sz="2800" b="1" kern="1200" dirty="0" smtClean="0">
              <a:latin typeface="TH SarabunPSK" pitchFamily="34" charset="-34"/>
              <a:cs typeface="TH SarabunPSK" pitchFamily="34" charset="-34"/>
            </a:rPr>
            <a:t>ชุดเจรจา/ซักถาม</a:t>
          </a:r>
          <a:endParaRPr lang="th-TH" sz="2800" b="1" kern="1200" dirty="0">
            <a:latin typeface="TH SarabunPSK" pitchFamily="34" charset="-34"/>
            <a:cs typeface="TH SarabunPSK" pitchFamily="34" charset="-34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h-TH" sz="2800" b="1" kern="1200" dirty="0" smtClean="0">
              <a:latin typeface="TH SarabunPSK" pitchFamily="34" charset="-34"/>
              <a:cs typeface="TH SarabunPSK" pitchFamily="34" charset="-34"/>
            </a:rPr>
            <a:t>ชุดคุ้มครองพยาน</a:t>
          </a:r>
          <a:endParaRPr lang="th-TH" sz="2800" b="1" kern="1200" dirty="0">
            <a:latin typeface="TH SarabunPSK" pitchFamily="34" charset="-34"/>
            <a:cs typeface="TH SarabunPSK" pitchFamily="34" charset="-34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h-TH" sz="2800" b="1" kern="1200" dirty="0" smtClean="0">
              <a:latin typeface="TH SarabunPSK" pitchFamily="34" charset="-34"/>
              <a:cs typeface="TH SarabunPSK" pitchFamily="34" charset="-34"/>
            </a:rPr>
            <a:t>ชุดอำนวยการ/ประสานงาน</a:t>
          </a:r>
          <a:endParaRPr lang="th-TH" sz="2800" b="1" kern="1200" dirty="0">
            <a:latin typeface="TH SarabunPSK" pitchFamily="34" charset="-34"/>
            <a:cs typeface="TH SarabunPSK" pitchFamily="34" charset="-34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th-TH" sz="2800" b="1" kern="1200" dirty="0">
            <a:latin typeface="TH SarabunPSK" pitchFamily="34" charset="-34"/>
            <a:cs typeface="TH SarabunPSK" pitchFamily="34" charset="-34"/>
          </a:endParaRPr>
        </a:p>
      </dsp:txBody>
      <dsp:txXfrm>
        <a:off x="3178968" y="1840831"/>
        <a:ext cx="2786062" cy="3266550"/>
      </dsp:txXfrm>
    </dsp:sp>
    <dsp:sp modelId="{A9943374-636B-43C1-B55F-67748D2B452B}">
      <dsp:nvSpPr>
        <dsp:cNvPr id="0" name=""/>
        <dsp:cNvSpPr/>
      </dsp:nvSpPr>
      <dsp:spPr>
        <a:xfrm>
          <a:off x="6355080" y="750510"/>
          <a:ext cx="2786062" cy="1090321"/>
        </a:xfrm>
        <a:prstGeom prst="rect">
          <a:avLst/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3200" b="1" kern="1200" dirty="0" smtClean="0">
              <a:latin typeface="TH SarabunPSK" pitchFamily="34" charset="-34"/>
              <a:cs typeface="TH SarabunPSK" pitchFamily="34" charset="-34"/>
            </a:rPr>
            <a:t>การสนับสนุน</a:t>
          </a:r>
          <a:endParaRPr lang="th-TH" sz="3200" b="1" kern="1200" dirty="0">
            <a:latin typeface="TH SarabunPSK" pitchFamily="34" charset="-34"/>
            <a:cs typeface="TH SarabunPSK" pitchFamily="34" charset="-34"/>
          </a:endParaRPr>
        </a:p>
      </dsp:txBody>
      <dsp:txXfrm>
        <a:off x="6355080" y="750510"/>
        <a:ext cx="2786062" cy="1090321"/>
      </dsp:txXfrm>
    </dsp:sp>
    <dsp:sp modelId="{F5548EC1-E4F1-479F-859D-A99249D611C4}">
      <dsp:nvSpPr>
        <dsp:cNvPr id="0" name=""/>
        <dsp:cNvSpPr/>
      </dsp:nvSpPr>
      <dsp:spPr>
        <a:xfrm>
          <a:off x="6355080" y="1840831"/>
          <a:ext cx="2786062" cy="3266550"/>
        </a:xfrm>
        <a:prstGeom prst="rect">
          <a:avLst/>
        </a:prstGeom>
        <a:solidFill>
          <a:schemeClr val="accent4">
            <a:tint val="40000"/>
            <a:alpha val="90000"/>
            <a:hueOff val="-3945706"/>
            <a:satOff val="22157"/>
            <a:lumOff val="1408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-3945706"/>
              <a:satOff val="22157"/>
              <a:lumOff val="140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h-TH" sz="2800" b="1" kern="1200" dirty="0" smtClean="0">
              <a:latin typeface="TH SarabunPSK" pitchFamily="34" charset="-34"/>
              <a:cs typeface="TH SarabunPSK" pitchFamily="34" charset="-34"/>
            </a:rPr>
            <a:t>วัสดุอุปกรณ์</a:t>
          </a:r>
          <a:endParaRPr lang="th-TH" sz="2800" b="1" kern="1200" dirty="0">
            <a:latin typeface="TH SarabunPSK" pitchFamily="34" charset="-34"/>
            <a:cs typeface="TH SarabunPSK" pitchFamily="34" charset="-34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h-TH" sz="2800" b="1" kern="1200" dirty="0" smtClean="0">
              <a:latin typeface="TH SarabunPSK" pitchFamily="34" charset="-34"/>
              <a:cs typeface="TH SarabunPSK" pitchFamily="34" charset="-34"/>
            </a:rPr>
            <a:t>ยานพาหนะ</a:t>
          </a:r>
          <a:endParaRPr lang="th-TH" sz="2800" b="1" kern="1200" dirty="0">
            <a:latin typeface="TH SarabunPSK" pitchFamily="34" charset="-34"/>
            <a:cs typeface="TH SarabunPSK" pitchFamily="34" charset="-34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h-TH" sz="2800" b="1" kern="1200" dirty="0" smtClean="0">
              <a:latin typeface="TH SarabunPSK" pitchFamily="34" charset="-34"/>
              <a:cs typeface="TH SarabunPSK" pitchFamily="34" charset="-34"/>
            </a:rPr>
            <a:t>การติดต่อสื่อสาร</a:t>
          </a:r>
          <a:endParaRPr lang="th-TH" sz="2800" b="1" kern="1200" dirty="0">
            <a:latin typeface="TH SarabunPSK" pitchFamily="34" charset="-34"/>
            <a:cs typeface="TH SarabunPSK" pitchFamily="34" charset="-34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h-TH" sz="2800" b="1" kern="1200" dirty="0" smtClean="0">
              <a:latin typeface="TH SarabunPSK" pitchFamily="34" charset="-34"/>
              <a:cs typeface="TH SarabunPSK" pitchFamily="34" charset="-34"/>
            </a:rPr>
            <a:t>การส่งกำลังบำรุง</a:t>
          </a:r>
          <a:endParaRPr lang="th-TH" sz="2800" b="1" kern="1200" dirty="0">
            <a:latin typeface="TH SarabunPSK" pitchFamily="34" charset="-34"/>
            <a:cs typeface="TH SarabunPSK" pitchFamily="34" charset="-34"/>
          </a:endParaRPr>
        </a:p>
      </dsp:txBody>
      <dsp:txXfrm>
        <a:off x="6355080" y="1840831"/>
        <a:ext cx="2786062" cy="326655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E94D81-9756-4B26-977C-E63CD63DAE26}">
      <dsp:nvSpPr>
        <dsp:cNvPr id="0" name=""/>
        <dsp:cNvSpPr/>
      </dsp:nvSpPr>
      <dsp:spPr>
        <a:xfrm>
          <a:off x="57103" y="3034"/>
          <a:ext cx="1504343" cy="1504343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8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ซักถาม/ลวงถาม</a:t>
          </a:r>
          <a:endParaRPr lang="th-TH" sz="28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sp:txBody>
      <dsp:txXfrm>
        <a:off x="277409" y="223340"/>
        <a:ext cx="1063731" cy="1063731"/>
      </dsp:txXfrm>
    </dsp:sp>
    <dsp:sp modelId="{CB82133D-878D-440C-983B-6DE203716203}">
      <dsp:nvSpPr>
        <dsp:cNvPr id="0" name=""/>
        <dsp:cNvSpPr/>
      </dsp:nvSpPr>
      <dsp:spPr>
        <a:xfrm rot="10800000">
          <a:off x="546015" y="1712443"/>
          <a:ext cx="526520" cy="123372"/>
        </a:xfrm>
        <a:prstGeom prst="triangl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4CC14FD-ADA0-4E84-8824-ADA083AC78DD}">
      <dsp:nvSpPr>
        <dsp:cNvPr id="0" name=""/>
        <dsp:cNvSpPr/>
      </dsp:nvSpPr>
      <dsp:spPr>
        <a:xfrm>
          <a:off x="12638" y="2033898"/>
          <a:ext cx="1593274" cy="1504343"/>
        </a:xfrm>
        <a:prstGeom prst="ellipse">
          <a:avLst/>
        </a:prstGeom>
        <a:gradFill rotWithShape="0">
          <a:gsLst>
            <a:gs pos="0">
              <a:schemeClr val="accent5">
                <a:hueOff val="-1241735"/>
                <a:satOff val="4976"/>
                <a:lumOff val="1078"/>
                <a:alphaOff val="0"/>
                <a:shade val="51000"/>
                <a:satMod val="130000"/>
              </a:schemeClr>
            </a:gs>
            <a:gs pos="80000">
              <a:schemeClr val="accent5">
                <a:hueOff val="-1241735"/>
                <a:satOff val="4976"/>
                <a:lumOff val="1078"/>
                <a:alphaOff val="0"/>
                <a:shade val="93000"/>
                <a:satMod val="130000"/>
              </a:schemeClr>
            </a:gs>
            <a:gs pos="100000">
              <a:schemeClr val="accent5">
                <a:hueOff val="-1241735"/>
                <a:satOff val="4976"/>
                <a:lumOff val="107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8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ตรวจสถานที่เกิดเหตุ</a:t>
          </a:r>
          <a:endParaRPr lang="th-TH" sz="28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sp:txBody>
      <dsp:txXfrm>
        <a:off x="245968" y="2254204"/>
        <a:ext cx="1126614" cy="1063731"/>
      </dsp:txXfrm>
    </dsp:sp>
    <dsp:sp modelId="{847C0693-ED5A-4A83-B212-2F0BEEB3D314}">
      <dsp:nvSpPr>
        <dsp:cNvPr id="0" name=""/>
        <dsp:cNvSpPr/>
      </dsp:nvSpPr>
      <dsp:spPr>
        <a:xfrm rot="10800000">
          <a:off x="546015" y="3800628"/>
          <a:ext cx="526520" cy="123372"/>
        </a:xfrm>
        <a:prstGeom prst="triangle">
          <a:avLst/>
        </a:prstGeom>
        <a:gradFill rotWithShape="0">
          <a:gsLst>
            <a:gs pos="0">
              <a:schemeClr val="accent5">
                <a:hueOff val="-1419125"/>
                <a:satOff val="5687"/>
                <a:lumOff val="1233"/>
                <a:alphaOff val="0"/>
                <a:shade val="51000"/>
                <a:satMod val="130000"/>
              </a:schemeClr>
            </a:gs>
            <a:gs pos="80000">
              <a:schemeClr val="accent5">
                <a:hueOff val="-1419125"/>
                <a:satOff val="5687"/>
                <a:lumOff val="1233"/>
                <a:alphaOff val="0"/>
                <a:shade val="93000"/>
                <a:satMod val="130000"/>
              </a:schemeClr>
            </a:gs>
            <a:gs pos="100000">
              <a:schemeClr val="accent5">
                <a:hueOff val="-1419125"/>
                <a:satOff val="5687"/>
                <a:lumOff val="123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9BBE446-60D6-4D74-BD04-B034C15604DE}">
      <dsp:nvSpPr>
        <dsp:cNvPr id="0" name=""/>
        <dsp:cNvSpPr/>
      </dsp:nvSpPr>
      <dsp:spPr>
        <a:xfrm>
          <a:off x="80688" y="4179405"/>
          <a:ext cx="1457173" cy="1275056"/>
        </a:xfrm>
        <a:prstGeom prst="ellipse">
          <a:avLst/>
        </a:prstGeom>
        <a:gradFill rotWithShape="0">
          <a:gsLst>
            <a:gs pos="0">
              <a:schemeClr val="accent5">
                <a:hueOff val="-2483469"/>
                <a:satOff val="9953"/>
                <a:lumOff val="2157"/>
                <a:alphaOff val="0"/>
                <a:shade val="51000"/>
                <a:satMod val="130000"/>
              </a:schemeClr>
            </a:gs>
            <a:gs pos="80000">
              <a:schemeClr val="accent5">
                <a:hueOff val="-2483469"/>
                <a:satOff val="9953"/>
                <a:lumOff val="2157"/>
                <a:alphaOff val="0"/>
                <a:shade val="93000"/>
                <a:satMod val="130000"/>
              </a:schemeClr>
            </a:gs>
            <a:gs pos="100000">
              <a:schemeClr val="accent5">
                <a:hueOff val="-2483469"/>
                <a:satOff val="9953"/>
                <a:lumOff val="215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8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ตั้งประเด็น</a:t>
          </a:r>
          <a:endParaRPr lang="th-TH" sz="28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sp:txBody>
      <dsp:txXfrm>
        <a:off x="294086" y="4366133"/>
        <a:ext cx="1030377" cy="901600"/>
      </dsp:txXfrm>
    </dsp:sp>
    <dsp:sp modelId="{D22CF629-F785-4200-BE30-0BDBAD86B5F2}">
      <dsp:nvSpPr>
        <dsp:cNvPr id="0" name=""/>
        <dsp:cNvSpPr/>
      </dsp:nvSpPr>
      <dsp:spPr>
        <a:xfrm rot="5379451">
          <a:off x="1866487" y="4747354"/>
          <a:ext cx="526520" cy="123372"/>
        </a:xfrm>
        <a:prstGeom prst="triangle">
          <a:avLst/>
        </a:prstGeom>
        <a:gradFill rotWithShape="0">
          <a:gsLst>
            <a:gs pos="0">
              <a:schemeClr val="accent5">
                <a:hueOff val="-2838251"/>
                <a:satOff val="11375"/>
                <a:lumOff val="2465"/>
                <a:alphaOff val="0"/>
                <a:shade val="51000"/>
                <a:satMod val="130000"/>
              </a:schemeClr>
            </a:gs>
            <a:gs pos="80000">
              <a:schemeClr val="accent5">
                <a:hueOff val="-2838251"/>
                <a:satOff val="11375"/>
                <a:lumOff val="2465"/>
                <a:alphaOff val="0"/>
                <a:shade val="93000"/>
                <a:satMod val="130000"/>
              </a:schemeClr>
            </a:gs>
            <a:gs pos="100000">
              <a:schemeClr val="accent5">
                <a:hueOff val="-2838251"/>
                <a:satOff val="11375"/>
                <a:lumOff val="246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268FF5A-C89E-4637-BB06-438083DBD8D9}">
      <dsp:nvSpPr>
        <dsp:cNvPr id="0" name=""/>
        <dsp:cNvSpPr/>
      </dsp:nvSpPr>
      <dsp:spPr>
        <a:xfrm>
          <a:off x="2714641" y="4214840"/>
          <a:ext cx="1584353" cy="1171937"/>
        </a:xfrm>
        <a:prstGeom prst="ellipse">
          <a:avLst/>
        </a:prstGeom>
        <a:gradFill rotWithShape="0">
          <a:gsLst>
            <a:gs pos="0">
              <a:schemeClr val="accent5">
                <a:hueOff val="-3725204"/>
                <a:satOff val="14929"/>
                <a:lumOff val="3235"/>
                <a:alphaOff val="0"/>
                <a:shade val="51000"/>
                <a:satMod val="130000"/>
              </a:schemeClr>
            </a:gs>
            <a:gs pos="80000">
              <a:schemeClr val="accent5">
                <a:hueOff val="-3725204"/>
                <a:satOff val="14929"/>
                <a:lumOff val="3235"/>
                <a:alphaOff val="0"/>
                <a:shade val="93000"/>
                <a:satMod val="130000"/>
              </a:schemeClr>
            </a:gs>
            <a:gs pos="100000">
              <a:schemeClr val="accent5">
                <a:hueOff val="-3725204"/>
                <a:satOff val="14929"/>
                <a:lumOff val="323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8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ฐานข้อมูล</a:t>
          </a:r>
          <a:endParaRPr lang="th-TH" sz="28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sp:txBody>
      <dsp:txXfrm>
        <a:off x="2946664" y="4386466"/>
        <a:ext cx="1120307" cy="828685"/>
      </dsp:txXfrm>
    </dsp:sp>
    <dsp:sp modelId="{B826EBE0-8A93-4179-A72B-4964F22829F1}">
      <dsp:nvSpPr>
        <dsp:cNvPr id="0" name=""/>
        <dsp:cNvSpPr/>
      </dsp:nvSpPr>
      <dsp:spPr>
        <a:xfrm rot="21585560">
          <a:off x="3239315" y="3729139"/>
          <a:ext cx="526520" cy="123372"/>
        </a:xfrm>
        <a:prstGeom prst="triangle">
          <a:avLst/>
        </a:prstGeom>
        <a:gradFill rotWithShape="0">
          <a:gsLst>
            <a:gs pos="0">
              <a:schemeClr val="accent5">
                <a:hueOff val="-4257376"/>
                <a:satOff val="17062"/>
                <a:lumOff val="3698"/>
                <a:alphaOff val="0"/>
                <a:shade val="51000"/>
                <a:satMod val="130000"/>
              </a:schemeClr>
            </a:gs>
            <a:gs pos="80000">
              <a:schemeClr val="accent5">
                <a:hueOff val="-4257376"/>
                <a:satOff val="17062"/>
                <a:lumOff val="3698"/>
                <a:alphaOff val="0"/>
                <a:shade val="93000"/>
                <a:satMod val="130000"/>
              </a:schemeClr>
            </a:gs>
            <a:gs pos="100000">
              <a:schemeClr val="accent5">
                <a:hueOff val="-4257376"/>
                <a:satOff val="17062"/>
                <a:lumOff val="369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AB7F1DE-8E6E-4670-A3C5-222F35427D34}">
      <dsp:nvSpPr>
        <dsp:cNvPr id="0" name=""/>
        <dsp:cNvSpPr/>
      </dsp:nvSpPr>
      <dsp:spPr>
        <a:xfrm>
          <a:off x="2643209" y="2143138"/>
          <a:ext cx="1710059" cy="1230656"/>
        </a:xfrm>
        <a:prstGeom prst="ellipse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shade val="51000"/>
                <a:satMod val="130000"/>
              </a:schemeClr>
            </a:gs>
            <a:gs pos="80000">
              <a:schemeClr val="accent5">
                <a:hueOff val="-4966938"/>
                <a:satOff val="19906"/>
                <a:lumOff val="4314"/>
                <a:alphaOff val="0"/>
                <a:shade val="93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8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แหล่งข่าว</a:t>
          </a:r>
          <a:endParaRPr lang="th-TH" sz="28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sp:txBody>
      <dsp:txXfrm>
        <a:off x="2893641" y="2323363"/>
        <a:ext cx="1209195" cy="870206"/>
      </dsp:txXfrm>
    </dsp:sp>
    <dsp:sp modelId="{5D16A110-59B9-46E0-9EB5-1C5BA9F9F7EC}">
      <dsp:nvSpPr>
        <dsp:cNvPr id="0" name=""/>
        <dsp:cNvSpPr/>
      </dsp:nvSpPr>
      <dsp:spPr>
        <a:xfrm rot="237266">
          <a:off x="3304029" y="1697901"/>
          <a:ext cx="526520" cy="123372"/>
        </a:xfrm>
        <a:prstGeom prst="triangle">
          <a:avLst/>
        </a:prstGeom>
        <a:gradFill rotWithShape="0">
          <a:gsLst>
            <a:gs pos="0">
              <a:schemeClr val="accent5">
                <a:hueOff val="-5676501"/>
                <a:satOff val="22749"/>
                <a:lumOff val="4930"/>
                <a:alphaOff val="0"/>
                <a:shade val="51000"/>
                <a:satMod val="130000"/>
              </a:schemeClr>
            </a:gs>
            <a:gs pos="80000">
              <a:schemeClr val="accent5">
                <a:hueOff val="-5676501"/>
                <a:satOff val="22749"/>
                <a:lumOff val="4930"/>
                <a:alphaOff val="0"/>
                <a:shade val="93000"/>
                <a:satMod val="130000"/>
              </a:schemeClr>
            </a:gs>
            <a:gs pos="100000">
              <a:schemeClr val="accent5">
                <a:hueOff val="-5676501"/>
                <a:satOff val="22749"/>
                <a:lumOff val="493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C6E5BF1-1C1E-4898-9FD7-28732E912585}">
      <dsp:nvSpPr>
        <dsp:cNvPr id="0" name=""/>
        <dsp:cNvSpPr/>
      </dsp:nvSpPr>
      <dsp:spPr>
        <a:xfrm>
          <a:off x="2786083" y="0"/>
          <a:ext cx="1710059" cy="1383323"/>
        </a:xfrm>
        <a:prstGeom prst="ellipse">
          <a:avLst/>
        </a:prstGeom>
        <a:gradFill rotWithShape="0">
          <a:gsLst>
            <a:gs pos="0">
              <a:schemeClr val="accent5">
                <a:hueOff val="-6208672"/>
                <a:satOff val="24882"/>
                <a:lumOff val="5392"/>
                <a:alphaOff val="0"/>
                <a:shade val="51000"/>
                <a:satMod val="130000"/>
              </a:schemeClr>
            </a:gs>
            <a:gs pos="80000">
              <a:schemeClr val="accent5">
                <a:hueOff val="-6208672"/>
                <a:satOff val="24882"/>
                <a:lumOff val="5392"/>
                <a:alphaOff val="0"/>
                <a:shade val="93000"/>
                <a:satMod val="130000"/>
              </a:schemeClr>
            </a:gs>
            <a:gs pos="100000">
              <a:schemeClr val="accent5">
                <a:hueOff val="-6208672"/>
                <a:satOff val="24882"/>
                <a:lumOff val="539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8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การใช้สายลับ</a:t>
          </a:r>
          <a:endParaRPr lang="th-TH" sz="28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sp:txBody>
      <dsp:txXfrm>
        <a:off x="3036515" y="202583"/>
        <a:ext cx="1209195" cy="978157"/>
      </dsp:txXfrm>
    </dsp:sp>
    <dsp:sp modelId="{6188B0E2-B930-4DDF-874E-27A3E152893D}">
      <dsp:nvSpPr>
        <dsp:cNvPr id="0" name=""/>
        <dsp:cNvSpPr/>
      </dsp:nvSpPr>
      <dsp:spPr>
        <a:xfrm rot="5587853">
          <a:off x="4773869" y="706335"/>
          <a:ext cx="526520" cy="123372"/>
        </a:xfrm>
        <a:prstGeom prst="triangle">
          <a:avLst/>
        </a:prstGeom>
        <a:gradFill rotWithShape="0">
          <a:gsLst>
            <a:gs pos="0">
              <a:schemeClr val="accent5">
                <a:hueOff val="-7095626"/>
                <a:satOff val="28436"/>
                <a:lumOff val="6163"/>
                <a:alphaOff val="0"/>
                <a:shade val="51000"/>
                <a:satMod val="130000"/>
              </a:schemeClr>
            </a:gs>
            <a:gs pos="80000">
              <a:schemeClr val="accent5">
                <a:hueOff val="-7095626"/>
                <a:satOff val="28436"/>
                <a:lumOff val="6163"/>
                <a:alphaOff val="0"/>
                <a:shade val="93000"/>
                <a:satMod val="130000"/>
              </a:schemeClr>
            </a:gs>
            <a:gs pos="100000">
              <a:schemeClr val="accent5">
                <a:hueOff val="-7095626"/>
                <a:satOff val="28436"/>
                <a:lumOff val="616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A45C0C8-33DC-4911-892B-6F2B91F66A04}">
      <dsp:nvSpPr>
        <dsp:cNvPr id="0" name=""/>
        <dsp:cNvSpPr/>
      </dsp:nvSpPr>
      <dsp:spPr>
        <a:xfrm>
          <a:off x="5572166" y="71436"/>
          <a:ext cx="1425746" cy="1529688"/>
        </a:xfrm>
        <a:prstGeom prst="ellipse">
          <a:avLst/>
        </a:prstGeom>
        <a:gradFill rotWithShape="0">
          <a:gsLst>
            <a:gs pos="0">
              <a:schemeClr val="accent5">
                <a:hueOff val="-7450407"/>
                <a:satOff val="29858"/>
                <a:lumOff val="6471"/>
                <a:alphaOff val="0"/>
                <a:shade val="51000"/>
                <a:satMod val="130000"/>
              </a:schemeClr>
            </a:gs>
            <a:gs pos="80000">
              <a:schemeClr val="accent5">
                <a:hueOff val="-7450407"/>
                <a:satOff val="29858"/>
                <a:lumOff val="6471"/>
                <a:alphaOff val="0"/>
                <a:shade val="93000"/>
                <a:satMod val="130000"/>
              </a:schemeClr>
            </a:gs>
            <a:gs pos="100000">
              <a:schemeClr val="accent5">
                <a:hueOff val="-7450407"/>
                <a:satOff val="29858"/>
                <a:lumOff val="647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8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เจ้าหน้าที่อำพราง</a:t>
          </a:r>
          <a:endParaRPr lang="th-TH" sz="28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sp:txBody>
      <dsp:txXfrm>
        <a:off x="5780962" y="295454"/>
        <a:ext cx="1008154" cy="1081652"/>
      </dsp:txXfrm>
    </dsp:sp>
    <dsp:sp modelId="{0340D5C6-86A4-4316-B9B7-AC9160B9792F}">
      <dsp:nvSpPr>
        <dsp:cNvPr id="0" name=""/>
        <dsp:cNvSpPr/>
      </dsp:nvSpPr>
      <dsp:spPr>
        <a:xfrm rot="10993724">
          <a:off x="5964457" y="1790725"/>
          <a:ext cx="526520" cy="123372"/>
        </a:xfrm>
        <a:prstGeom prst="triangle">
          <a:avLst/>
        </a:prstGeom>
        <a:gradFill rotWithShape="0">
          <a:gsLst>
            <a:gs pos="0">
              <a:schemeClr val="accent5">
                <a:hueOff val="-8514751"/>
                <a:satOff val="34124"/>
                <a:lumOff val="7395"/>
                <a:alphaOff val="0"/>
                <a:shade val="51000"/>
                <a:satMod val="130000"/>
              </a:schemeClr>
            </a:gs>
            <a:gs pos="80000">
              <a:schemeClr val="accent5">
                <a:hueOff val="-8514751"/>
                <a:satOff val="34124"/>
                <a:lumOff val="7395"/>
                <a:alphaOff val="0"/>
                <a:shade val="93000"/>
                <a:satMod val="130000"/>
              </a:schemeClr>
            </a:gs>
            <a:gs pos="100000">
              <a:schemeClr val="accent5">
                <a:hueOff val="-8514751"/>
                <a:satOff val="34124"/>
                <a:lumOff val="739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2793A36-96D6-4C2F-A395-88C8E6CCAFED}">
      <dsp:nvSpPr>
        <dsp:cNvPr id="0" name=""/>
        <dsp:cNvSpPr/>
      </dsp:nvSpPr>
      <dsp:spPr>
        <a:xfrm>
          <a:off x="5357855" y="2097051"/>
          <a:ext cx="1625934" cy="1527852"/>
        </a:xfrm>
        <a:prstGeom prst="ellipse">
          <a:avLst/>
        </a:prstGeom>
        <a:gradFill rotWithShape="0">
          <a:gsLst>
            <a:gs pos="0">
              <a:schemeClr val="accent5">
                <a:hueOff val="-8692142"/>
                <a:satOff val="34835"/>
                <a:lumOff val="7549"/>
                <a:alphaOff val="0"/>
                <a:shade val="51000"/>
                <a:satMod val="130000"/>
              </a:schemeClr>
            </a:gs>
            <a:gs pos="80000">
              <a:schemeClr val="accent5">
                <a:hueOff val="-8692142"/>
                <a:satOff val="34835"/>
                <a:lumOff val="7549"/>
                <a:alphaOff val="0"/>
                <a:shade val="93000"/>
                <a:satMod val="130000"/>
              </a:schemeClr>
            </a:gs>
            <a:gs pos="100000">
              <a:schemeClr val="accent5">
                <a:hueOff val="-8692142"/>
                <a:satOff val="34835"/>
                <a:lumOff val="754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8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เฝ้าจุด/สะกดรอย</a:t>
          </a:r>
          <a:endParaRPr lang="th-TH" sz="28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sp:txBody>
      <dsp:txXfrm>
        <a:off x="5595968" y="2320800"/>
        <a:ext cx="1149708" cy="1080354"/>
      </dsp:txXfrm>
    </dsp:sp>
    <dsp:sp modelId="{363952F5-2B98-42D0-A716-6F5E3DAD993A}">
      <dsp:nvSpPr>
        <dsp:cNvPr id="0" name=""/>
        <dsp:cNvSpPr/>
      </dsp:nvSpPr>
      <dsp:spPr>
        <a:xfrm rot="10779099">
          <a:off x="5912936" y="3683084"/>
          <a:ext cx="526520" cy="123372"/>
        </a:xfrm>
        <a:prstGeom prst="triangle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2ED14B2-FF11-4B50-8F94-F13571C7811B}">
      <dsp:nvSpPr>
        <dsp:cNvPr id="0" name=""/>
        <dsp:cNvSpPr/>
      </dsp:nvSpPr>
      <dsp:spPr>
        <a:xfrm>
          <a:off x="5429284" y="3857652"/>
          <a:ext cx="1504343" cy="1504343"/>
        </a:xfrm>
        <a:prstGeom prst="ellipse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800" b="1" kern="1200" dirty="0" smtClean="0">
              <a:solidFill>
                <a:schemeClr val="tx1"/>
              </a:solidFill>
              <a:latin typeface="TH SarabunPSK" pitchFamily="34" charset="-34"/>
              <a:cs typeface="TH SarabunPSK" pitchFamily="34" charset="-34"/>
            </a:rPr>
            <a:t>เครื่องมือพิเศษ</a:t>
          </a:r>
          <a:endParaRPr lang="th-TH" sz="2800" b="1" kern="1200" dirty="0">
            <a:solidFill>
              <a:schemeClr val="tx1"/>
            </a:solidFill>
            <a:latin typeface="TH SarabunPSK" pitchFamily="34" charset="-34"/>
            <a:cs typeface="TH SarabunPSK" pitchFamily="34" charset="-34"/>
          </a:endParaRPr>
        </a:p>
      </dsp:txBody>
      <dsp:txXfrm>
        <a:off x="5649590" y="4077958"/>
        <a:ext cx="1063731" cy="106373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8DA7A0-754C-40CA-B617-7A06584601BB}">
      <dsp:nvSpPr>
        <dsp:cNvPr id="0" name=""/>
        <dsp:cNvSpPr/>
      </dsp:nvSpPr>
      <dsp:spPr>
        <a:xfrm>
          <a:off x="0" y="334079"/>
          <a:ext cx="6905652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3F2AB7-618D-49F5-B09E-3183ACAD8EF2}">
      <dsp:nvSpPr>
        <dsp:cNvPr id="0" name=""/>
        <dsp:cNvSpPr/>
      </dsp:nvSpPr>
      <dsp:spPr>
        <a:xfrm>
          <a:off x="345282" y="9359"/>
          <a:ext cx="4833956" cy="6494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712" tIns="0" rIns="182712" bIns="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3600" b="1" kern="1200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การควบคุมการสอบสวน</a:t>
          </a:r>
          <a:endParaRPr lang="th-TH" sz="3600" b="1" kern="1200" dirty="0">
            <a:solidFill>
              <a:schemeClr val="tx1"/>
            </a:solidFill>
            <a:effectLst/>
            <a:latin typeface="TH SarabunPSK" pitchFamily="34" charset="-34"/>
            <a:cs typeface="TH SarabunPSK" pitchFamily="34" charset="-34"/>
          </a:endParaRPr>
        </a:p>
      </dsp:txBody>
      <dsp:txXfrm>
        <a:off x="376985" y="41062"/>
        <a:ext cx="4770550" cy="586034"/>
      </dsp:txXfrm>
    </dsp:sp>
    <dsp:sp modelId="{4D94EA5B-85FC-4234-A1E8-8D82F6FFE2D2}">
      <dsp:nvSpPr>
        <dsp:cNvPr id="0" name=""/>
        <dsp:cNvSpPr/>
      </dsp:nvSpPr>
      <dsp:spPr>
        <a:xfrm>
          <a:off x="0" y="1331999"/>
          <a:ext cx="6905652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31F372-0EAB-48E3-ADDB-A9C828BFEC64}">
      <dsp:nvSpPr>
        <dsp:cNvPr id="0" name=""/>
        <dsp:cNvSpPr/>
      </dsp:nvSpPr>
      <dsp:spPr>
        <a:xfrm>
          <a:off x="345282" y="1007279"/>
          <a:ext cx="4833956" cy="649440"/>
        </a:xfrm>
        <a:prstGeom prst="roundRect">
          <a:avLst/>
        </a:prstGeom>
        <a:solidFill>
          <a:schemeClr val="accent3">
            <a:hueOff val="2812566"/>
            <a:satOff val="-4220"/>
            <a:lumOff val="-686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712" tIns="0" rIns="182712" bIns="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3600" b="1" kern="1200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การเก็บรักษาพยานหลักฐาน</a:t>
          </a:r>
          <a:endParaRPr lang="th-TH" sz="3600" b="1" kern="1200" dirty="0">
            <a:solidFill>
              <a:schemeClr val="tx1"/>
            </a:solidFill>
            <a:effectLst/>
            <a:latin typeface="TH SarabunPSK" pitchFamily="34" charset="-34"/>
            <a:cs typeface="TH SarabunPSK" pitchFamily="34" charset="-34"/>
          </a:endParaRPr>
        </a:p>
      </dsp:txBody>
      <dsp:txXfrm>
        <a:off x="376985" y="1038982"/>
        <a:ext cx="4770550" cy="586034"/>
      </dsp:txXfrm>
    </dsp:sp>
    <dsp:sp modelId="{A1E96223-16B3-4753-B322-322766CF5D6C}">
      <dsp:nvSpPr>
        <dsp:cNvPr id="0" name=""/>
        <dsp:cNvSpPr/>
      </dsp:nvSpPr>
      <dsp:spPr>
        <a:xfrm>
          <a:off x="0" y="2329920"/>
          <a:ext cx="6905652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77DC37-DCDE-4174-9B96-6B9FBDCF107B}">
      <dsp:nvSpPr>
        <dsp:cNvPr id="0" name=""/>
        <dsp:cNvSpPr/>
      </dsp:nvSpPr>
      <dsp:spPr>
        <a:xfrm>
          <a:off x="345282" y="2005199"/>
          <a:ext cx="4833956" cy="649440"/>
        </a:xfrm>
        <a:prstGeom prst="roundRect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712" tIns="0" rIns="182712" bIns="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3600" b="1" kern="1200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การกันผู้ต้องหาไว้เป็นพยาน</a:t>
          </a:r>
        </a:p>
      </dsp:txBody>
      <dsp:txXfrm>
        <a:off x="376985" y="2036902"/>
        <a:ext cx="4770550" cy="586034"/>
      </dsp:txXfrm>
    </dsp:sp>
    <dsp:sp modelId="{712A5900-E490-4975-AE72-C9B81064A372}">
      <dsp:nvSpPr>
        <dsp:cNvPr id="0" name=""/>
        <dsp:cNvSpPr/>
      </dsp:nvSpPr>
      <dsp:spPr>
        <a:xfrm>
          <a:off x="0" y="3327840"/>
          <a:ext cx="6905652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3B9648-AF73-4D89-9156-2B60BF4143DA}">
      <dsp:nvSpPr>
        <dsp:cNvPr id="0" name=""/>
        <dsp:cNvSpPr/>
      </dsp:nvSpPr>
      <dsp:spPr>
        <a:xfrm>
          <a:off x="345282" y="3003120"/>
          <a:ext cx="4833956" cy="649440"/>
        </a:xfrm>
        <a:prstGeom prst="roundRect">
          <a:avLst/>
        </a:prstGeom>
        <a:solidFill>
          <a:schemeClr val="accent3">
            <a:hueOff val="8437698"/>
            <a:satOff val="-12660"/>
            <a:lumOff val="-2059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712" tIns="0" rIns="182712" bIns="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3600" b="1" kern="1200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การคุ้มครองพยาน</a:t>
          </a:r>
        </a:p>
      </dsp:txBody>
      <dsp:txXfrm>
        <a:off x="376985" y="3034823"/>
        <a:ext cx="4770550" cy="586034"/>
      </dsp:txXfrm>
    </dsp:sp>
    <dsp:sp modelId="{6002D7D4-36CA-48B2-A7F2-89908E911FDD}">
      <dsp:nvSpPr>
        <dsp:cNvPr id="0" name=""/>
        <dsp:cNvSpPr/>
      </dsp:nvSpPr>
      <dsp:spPr>
        <a:xfrm>
          <a:off x="0" y="4325760"/>
          <a:ext cx="6905652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67F2D1-FAB8-490D-8DCA-ACB7B4292251}">
      <dsp:nvSpPr>
        <dsp:cNvPr id="0" name=""/>
        <dsp:cNvSpPr/>
      </dsp:nvSpPr>
      <dsp:spPr>
        <a:xfrm>
          <a:off x="345282" y="4001040"/>
          <a:ext cx="4833956" cy="649440"/>
        </a:xfrm>
        <a:prstGeom prst="roundRect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712" tIns="0" rIns="182712" bIns="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3600" b="1" kern="1200" dirty="0" smtClean="0">
              <a:solidFill>
                <a:schemeClr val="tx1"/>
              </a:solidFill>
              <a:effectLst/>
              <a:latin typeface="TH SarabunPSK" pitchFamily="34" charset="-34"/>
              <a:cs typeface="TH SarabunPSK" pitchFamily="34" charset="-34"/>
            </a:rPr>
            <a:t>การนำสืบพยาน</a:t>
          </a:r>
        </a:p>
      </dsp:txBody>
      <dsp:txXfrm>
        <a:off x="376985" y="4032743"/>
        <a:ext cx="4770550" cy="586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bProcess2">
  <dgm:title val=""/>
  <dgm:desc val=""/>
  <dgm:catLst>
    <dgm:cat type="process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/>
    </dgm:varLst>
    <dgm:choose name="Name0">
      <dgm:if name="Name1" func="var" arg="dir" op="equ" val="norm">
        <dgm:alg type="snake">
          <dgm:param type="grDir" val="tL"/>
          <dgm:param type="flowDir" val="col"/>
          <dgm:param type="contDir" val="revDir"/>
        </dgm:alg>
      </dgm:if>
      <dgm:else name="Name2">
        <dgm:alg type="snake">
          <dgm:param type="grDir" val="tR"/>
          <dgm:param type="flowDir" val="col"/>
          <dgm:param type="contDir" val="revDi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firstNode" refType="w"/>
      <dgm:constr type="w" for="ch" forName="lastNode" refType="w" refFor="ch" refForName="firstNode" op="equ"/>
      <dgm:constr type="w" for="ch" forName="middleNode" refType="w" refFor="ch" refForName="firstNode" op="equ"/>
      <dgm:constr type="h" for="ch" ptType="sibTrans" refType="w" refFor="ch" refForName="middleNode" op="equ" fact="0.35"/>
      <dgm:constr type="sp" refType="w" refFor="ch" refForName="middleNode" fact="0.5"/>
      <dgm:constr type="connDist" for="des" ptType="sibTrans" op="equ"/>
      <dgm:constr type="primFontSz" for="ch" forName="firstNode" val="65"/>
      <dgm:constr type="primFontSz" for="ch" forName="lastNode" refType="primFontSz" refFor="ch" refForName="firstNode" op="equ"/>
      <dgm:constr type="primFontSz" for="des" forName="shape" val="65"/>
      <dgm:constr type="primFontSz" for="des" forName="shape" refType="primFontSz" refFor="ch" refForName="firstNode" op="lte"/>
      <dgm:constr type="primFontSz" for="des" forName="shape" refType="primFontSz" refFor="ch" refForName="lastNode" op="lte"/>
    </dgm:constrLst>
    <dgm:ruleLst/>
    <dgm:forEach name="Name3" axis="ch" ptType="node">
      <dgm:choose name="Name4">
        <dgm:if name="Name5" axis="self" ptType="node" func="pos" op="equ" val="1">
          <dgm:layoutNode name="fir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if name="Name6" axis="self" ptType="node" func="revPos" op="equ" val="1">
          <dgm:layoutNode name="la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else name="Name7">
          <dgm:layoutNode name="middleNod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  <dgm:constr type="w" for="ch" forName="padding" refType="w"/>
              <dgm:constr type="h" for="ch" forName="padding" refType="h"/>
              <dgm:constr type="w" for="ch" forName="shape" refType="w" fact="0.667"/>
              <dgm:constr type="h" for="ch" forName="shape" refType="h" fact="0.667"/>
              <dgm:constr type="ctrX" for="ch" forName="shape" refType="w" fact="0.5"/>
              <dgm:constr type="ctrY" for="ch" forName="shape" refType="h" fact="0.5"/>
            </dgm:constrLst>
            <dgm:ruleLst/>
            <dgm:layoutNode name="padding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shape">
              <dgm:varLst>
                <dgm:bulletEnabled val="1"/>
              </dgm:varLst>
              <dgm:alg type="tx">
                <dgm:param type="txAnchorVertCh" val="mid"/>
              </dgm:alg>
              <dgm:shape xmlns:r="http://schemas.openxmlformats.org/officeDocument/2006/relationships" type="ellipse" r:blip="">
                <dgm:adjLst/>
              </dgm:shape>
              <dgm:presOf axis="desOrSelf" ptType="node"/>
              <dgm:constrLst>
                <dgm:constr type="h" refType="w"/>
                <dgm:constr type="tMarg" refType="primFontSz" fact="0.1"/>
                <dgm:constr type="bMarg" refType="primFontSz" fact="0.1"/>
                <dgm:constr type="lMarg" refType="primFontSz" fact="0.1"/>
                <dgm:constr type="r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  <dgm:forEach name="Name8" axis="followSib" ptType="sibTrans" cnt="1">
        <dgm:layoutNode name="sibTrans">
          <dgm:choose name="Name9">
            <dgm:if name="Name10" func="var" arg="dir" op="equ" val="norm">
              <dgm:choose name="Name11">
                <dgm:if name="Name12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3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4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if>
            <dgm:else name="Name15">
              <dgm:choose name="Name16">
                <dgm:if name="Name17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8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9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else>
          </dgm:choose>
          <dgm:shape xmlns:r="http://schemas.openxmlformats.org/officeDocument/2006/relationships" rot="90" type="triangle" r:blip="">
            <dgm:adjLst/>
          </dgm:shape>
          <dgm:presOf axis="self"/>
          <dgm:constrLst>
            <dgm:constr type="w" refType="h"/>
            <dgm:constr type="connDist"/>
            <dgm:constr type="begPad" refType="connDist" fact="0.25"/>
            <dgm:constr type="endPad" refType="connDist" fact="0.22"/>
          </dgm:constrLst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0E5BA4-5675-4F92-9920-C2E097E8BAD9}" type="datetimeFigureOut">
              <a:rPr lang="en-US" smtClean="0"/>
              <a:t>12/12/2018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E8FE7E-C28B-491A-81BB-5476FF82C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64078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940FB3-1B8F-4572-B312-944CD7E7B47D}" type="datetimeFigureOut">
              <a:rPr lang="en-US" smtClean="0"/>
              <a:t>12/12/2018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759325"/>
            <a:ext cx="5510213" cy="45100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1602E-70E3-4AAE-95F9-C207A91FC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35175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563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115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ภาพนิ่ง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ชื่อเรื่องรอง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h-TH" smtClean="0"/>
              <a:t>คลิกเพื่อแก้ไขลักษณะชื่อเรื่องรองต้นแบบ</a:t>
            </a:r>
            <a:endParaRPr lang="th-TH"/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218ADD-DDCF-4DE3-AEE3-9E3FC3ED3798}" type="datetimeFigureOut">
              <a:rPr lang="th-TH"/>
              <a:pPr>
                <a:defRPr/>
              </a:pPr>
              <a:t>12/12/61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0CAAD6-8F4F-4A1F-BE76-013300039609}" type="slidenum">
              <a:rPr lang="th-TH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41487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ยึด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FF0085-D346-45C7-98BD-B0669B9FF5D7}" type="datetimeFigureOut">
              <a:rPr lang="th-TH"/>
              <a:pPr>
                <a:defRPr/>
              </a:pPr>
              <a:t>12/12/61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89EA48-6246-4345-A366-0EE535786D04}" type="slidenum">
              <a:rPr lang="th-TH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35890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ยึดข้อความ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4338C4-21BB-4A54-A8BD-106F47506DCD}" type="datetimeFigureOut">
              <a:rPr lang="th-TH"/>
              <a:pPr>
                <a:defRPr/>
              </a:pPr>
              <a:t>12/12/61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7D1B98-828F-4842-9942-CB18919938C3}" type="slidenum">
              <a:rPr lang="th-TH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47062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ยึดเนื้อหา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ยึดเนื้อหา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5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9A4B90-A009-4FC5-A1CE-E4C70E899E21}" type="datetimeFigureOut">
              <a:rPr lang="th-TH"/>
              <a:pPr>
                <a:defRPr/>
              </a:pPr>
              <a:t>12/12/61</a:t>
            </a:fld>
            <a:endParaRPr lang="th-TH"/>
          </a:p>
        </p:txBody>
      </p:sp>
      <p:sp>
        <p:nvSpPr>
          <p:cNvPr id="6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7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18F078-59DC-4F4B-93A3-518AAB68459F}" type="slidenum">
              <a:rPr lang="th-TH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51081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ยึดข้อความ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</p:txBody>
      </p:sp>
      <p:sp>
        <p:nvSpPr>
          <p:cNvPr id="4" name="ตัวยึดเนื้อหา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5" name="ตัวยึดข้อความ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</p:txBody>
      </p:sp>
      <p:sp>
        <p:nvSpPr>
          <p:cNvPr id="6" name="ตัวยึดเนื้อหา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7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7736A6-BE50-4B31-A331-26C93D241B98}" type="datetimeFigureOut">
              <a:rPr lang="th-TH"/>
              <a:pPr>
                <a:defRPr/>
              </a:pPr>
              <a:t>12/12/61</a:t>
            </a:fld>
            <a:endParaRPr lang="th-TH"/>
          </a:p>
        </p:txBody>
      </p:sp>
      <p:sp>
        <p:nvSpPr>
          <p:cNvPr id="8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9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FF691B-005A-44BE-873A-4BEA72063528}" type="slidenum">
              <a:rPr lang="th-TH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97828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20F698-0655-47A0-A967-223421E363B8}" type="datetimeFigureOut">
              <a:rPr lang="th-TH"/>
              <a:pPr>
                <a:defRPr/>
              </a:pPr>
              <a:t>12/12/61</a:t>
            </a:fld>
            <a:endParaRPr lang="th-TH"/>
          </a:p>
        </p:txBody>
      </p:sp>
      <p:sp>
        <p:nvSpPr>
          <p:cNvPr id="4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5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E9C57C-47C1-4C53-A70B-0C45A3FBBECE}" type="slidenum">
              <a:rPr lang="th-TH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32195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6A3E50-6632-4D91-A183-15622E583484}" type="datetimeFigureOut">
              <a:rPr lang="th-TH"/>
              <a:pPr>
                <a:defRPr/>
              </a:pPr>
              <a:t>12/12/61</a:t>
            </a:fld>
            <a:endParaRPr lang="th-TH"/>
          </a:p>
        </p:txBody>
      </p:sp>
      <p:sp>
        <p:nvSpPr>
          <p:cNvPr id="3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4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EE8ABF-AF5E-4D48-B7C3-7E8E3FAD63DD}" type="slidenum">
              <a:rPr lang="th-TH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9272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ยึดเนื้อหา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ยึดข้อความ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</p:txBody>
      </p:sp>
      <p:sp>
        <p:nvSpPr>
          <p:cNvPr id="5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40D302-8A4C-4245-8E48-F6D00F0A5416}" type="datetimeFigureOut">
              <a:rPr lang="th-TH"/>
              <a:pPr>
                <a:defRPr/>
              </a:pPr>
              <a:t>12/12/61</a:t>
            </a:fld>
            <a:endParaRPr lang="th-TH"/>
          </a:p>
        </p:txBody>
      </p:sp>
      <p:sp>
        <p:nvSpPr>
          <p:cNvPr id="6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7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3F11F1-C1B4-4103-B648-37B791AA4301}" type="slidenum">
              <a:rPr lang="th-TH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44251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ยึดรูปภาพ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h-TH" noProof="0" smtClean="0"/>
          </a:p>
        </p:txBody>
      </p:sp>
      <p:sp>
        <p:nvSpPr>
          <p:cNvPr id="4" name="ตัวยึดข้อความ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</p:txBody>
      </p:sp>
      <p:sp>
        <p:nvSpPr>
          <p:cNvPr id="5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B767C6-0A51-48F2-9B67-26FA699FED31}" type="datetimeFigureOut">
              <a:rPr lang="th-TH"/>
              <a:pPr>
                <a:defRPr/>
              </a:pPr>
              <a:t>12/12/61</a:t>
            </a:fld>
            <a:endParaRPr lang="th-TH"/>
          </a:p>
        </p:txBody>
      </p:sp>
      <p:sp>
        <p:nvSpPr>
          <p:cNvPr id="6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7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79ABDA-5C30-49D6-A8F3-B57E4CB642FE}" type="slidenum">
              <a:rPr lang="th-TH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47519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ยึดข้อความแนวตั้ง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C5180B-CD04-4160-8B8B-AEB2C24E1CA8}" type="datetimeFigureOut">
              <a:rPr lang="th-TH"/>
              <a:pPr>
                <a:defRPr/>
              </a:pPr>
              <a:t>12/12/61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A6535-21B4-44DD-A854-2E94BEE99C08}" type="slidenum">
              <a:rPr lang="th-TH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62660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ยึดข้อความแนวตั้ง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119383-E27D-4D33-B9CC-EC411A5D7154}" type="datetimeFigureOut">
              <a:rPr lang="th-TH"/>
              <a:pPr>
                <a:defRPr/>
              </a:pPr>
              <a:t>12/12/61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591B0F-1114-4740-A70D-CE4A6E9D69D1}" type="slidenum">
              <a:rPr lang="th-TH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74239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EAC7"/>
            </a:gs>
            <a:gs pos="17999">
              <a:srgbClr val="FEE7F2"/>
            </a:gs>
            <a:gs pos="36000">
              <a:srgbClr val="FAC77D"/>
            </a:gs>
            <a:gs pos="61000">
              <a:srgbClr val="FBA97D"/>
            </a:gs>
            <a:gs pos="82001">
              <a:srgbClr val="FBD49C"/>
            </a:gs>
            <a:gs pos="100000">
              <a:srgbClr val="FEE7F2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ตัวยึดชื่อเรื่อง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คลิกเพื่อแก้ไขลักษณะชื่อเรื่องต้นแบบ</a:t>
            </a:r>
          </a:p>
        </p:txBody>
      </p:sp>
      <p:sp>
        <p:nvSpPr>
          <p:cNvPr id="1027" name="ตัวยึดข้อความ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0A80386-7B80-4F1C-9835-848D21B867AE}" type="datetimeFigureOut">
              <a:rPr lang="th-TH"/>
              <a:pPr>
                <a:defRPr/>
              </a:pPr>
              <a:t>12/12/61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E3AD21F-3057-4167-B478-553B0F5582B0}" type="slidenum">
              <a:rPr lang="th-TH"/>
              <a:pPr>
                <a:defRPr/>
              </a:pPr>
              <a:t>‹#›</a:t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Angsana New" pitchFamily="18" charset="-34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Angsana New" pitchFamily="18" charset="-34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Angsana New" pitchFamily="18" charset="-34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Angsana New" pitchFamily="18" charset="-34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diagramLayout" Target="../diagrams/layout4.xml"/><Relationship Id="rId7" Type="http://schemas.openxmlformats.org/officeDocument/2006/relationships/image" Target="../media/image10.jpe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5720" y="3357562"/>
            <a:ext cx="2571768" cy="461665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>
            <a:solidFill>
              <a:schemeClr val="tx1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</a:effec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พ.ต.ท.ปริวรรต  รัต</a:t>
            </a:r>
            <a:r>
              <a:rPr lang="th-TH" sz="2400" b="1" dirty="0" err="1">
                <a:latin typeface="TH SarabunPSK" pitchFamily="34" charset="-34"/>
                <a:cs typeface="TH SarabunPSK" pitchFamily="34" charset="-34"/>
              </a:rPr>
              <a:t>นรุ่ง</a:t>
            </a:r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โรจน์</a:t>
            </a:r>
          </a:p>
        </p:txBody>
      </p:sp>
      <p:sp>
        <p:nvSpPr>
          <p:cNvPr id="3078" name="TextBox 5"/>
          <p:cNvSpPr txBox="1">
            <a:spLocks noChangeArrowheads="1"/>
          </p:cNvSpPr>
          <p:nvPr/>
        </p:nvSpPr>
        <p:spPr bwMode="auto">
          <a:xfrm>
            <a:off x="3000375" y="2619375"/>
            <a:ext cx="13573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b="1">
                <a:latin typeface="TH SarabunPSK" pitchFamily="34" charset="-34"/>
                <a:cs typeface="TH SarabunPSK" pitchFamily="34" charset="-34"/>
              </a:rPr>
              <a:t>การศึกษา</a:t>
            </a:r>
          </a:p>
        </p:txBody>
      </p:sp>
      <p:sp>
        <p:nvSpPr>
          <p:cNvPr id="3079" name="TextBox 6"/>
          <p:cNvSpPr txBox="1">
            <a:spLocks noChangeArrowheads="1"/>
          </p:cNvSpPr>
          <p:nvPr/>
        </p:nvSpPr>
        <p:spPr bwMode="auto">
          <a:xfrm>
            <a:off x="2928938" y="1047750"/>
            <a:ext cx="1714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b="1">
                <a:latin typeface="TH SarabunPSK" pitchFamily="34" charset="-34"/>
                <a:cs typeface="TH SarabunPSK" pitchFamily="34" charset="-34"/>
              </a:rPr>
              <a:t>คุณวุฒิแต่งตั้ง</a:t>
            </a:r>
          </a:p>
        </p:txBody>
      </p:sp>
      <p:sp>
        <p:nvSpPr>
          <p:cNvPr id="3080" name="TextBox 7"/>
          <p:cNvSpPr txBox="1">
            <a:spLocks noChangeArrowheads="1"/>
          </p:cNvSpPr>
          <p:nvPr/>
        </p:nvSpPr>
        <p:spPr bwMode="auto">
          <a:xfrm>
            <a:off x="3214688" y="1627188"/>
            <a:ext cx="59293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sz="2000" b="1">
                <a:latin typeface="TH SarabunPSK" pitchFamily="34" charset="-34"/>
                <a:cs typeface="TH SarabunPSK" pitchFamily="34" charset="-34"/>
              </a:rPr>
              <a:t>หลักสูตรการฝึกอบรมผู้มีคุณวุฒิทางด้านนิติศาสตร์ รัฐศาสตร์ และรัฐประศาสนศาสตร์  เพื่อบรรจุและแต่งตั้งเป็นข้าราชการตำรวจชั้นสัญญาบัตร (สายสอบสวน) รุ่นที่ ๗ ( กอต.๗ )</a:t>
            </a:r>
          </a:p>
        </p:txBody>
      </p:sp>
      <p:sp>
        <p:nvSpPr>
          <p:cNvPr id="3081" name="TextBox 8"/>
          <p:cNvSpPr txBox="1">
            <a:spLocks noChangeArrowheads="1"/>
          </p:cNvSpPr>
          <p:nvPr/>
        </p:nvSpPr>
        <p:spPr bwMode="auto">
          <a:xfrm>
            <a:off x="3286125" y="3149600"/>
            <a:ext cx="5715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sz="2000" b="1" dirty="0">
                <a:latin typeface="TH SarabunPSK" pitchFamily="34" charset="-34"/>
                <a:cs typeface="TH SarabunPSK" pitchFamily="34" charset="-34"/>
              </a:rPr>
              <a:t>-รัฐศาสตร์มหาบัณฑิต สาขาการจัดการทางการเมือง มหาวิทยาลัยรามคำแหง</a:t>
            </a:r>
          </a:p>
          <a:p>
            <a:pPr eaLnBrk="1" hangingPunct="1"/>
            <a:r>
              <a:rPr lang="th-TH" sz="2000" b="1" dirty="0">
                <a:latin typeface="TH SarabunPSK" pitchFamily="34" charset="-34"/>
                <a:cs typeface="TH SarabunPSK" pitchFamily="34" charset="-34"/>
              </a:rPr>
              <a:t>-นิติศาสตร์บัณฑิต มหาวิทยาลัยรามคำแหง</a:t>
            </a:r>
          </a:p>
        </p:txBody>
      </p:sp>
      <p:sp>
        <p:nvSpPr>
          <p:cNvPr id="3082" name="TextBox 9"/>
          <p:cNvSpPr txBox="1">
            <a:spLocks noChangeArrowheads="1"/>
          </p:cNvSpPr>
          <p:nvPr/>
        </p:nvSpPr>
        <p:spPr bwMode="auto">
          <a:xfrm>
            <a:off x="2928938" y="4071938"/>
            <a:ext cx="3000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b="1" dirty="0">
                <a:latin typeface="TH SarabunPSK" pitchFamily="34" charset="-34"/>
                <a:cs typeface="TH SarabunPSK" pitchFamily="34" charset="-34"/>
              </a:rPr>
              <a:t>ประวัติการดำรงตำแหน่ง</a:t>
            </a:r>
          </a:p>
        </p:txBody>
      </p:sp>
      <p:sp>
        <p:nvSpPr>
          <p:cNvPr id="3083" name="TextBox 10"/>
          <p:cNvSpPr txBox="1">
            <a:spLocks noChangeArrowheads="1"/>
          </p:cNvSpPr>
          <p:nvPr/>
        </p:nvSpPr>
        <p:spPr bwMode="auto">
          <a:xfrm>
            <a:off x="1000125" y="4676775"/>
            <a:ext cx="7286625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sz="2000" b="1">
                <a:latin typeface="TH SarabunPSK" pitchFamily="34" charset="-34"/>
                <a:cs typeface="TH SarabunPSK" pitchFamily="34" charset="-34"/>
              </a:rPr>
              <a:t>ปัจจุบัน ดำรงตำแหน่ง  สารวัตร(สอบสวน) งานศูนย์ควบคุมจราจรด่วน ๒   กก.๒   บก.จร.  บช.น.</a:t>
            </a:r>
          </a:p>
          <a:p>
            <a:pPr eaLnBrk="1" hangingPunct="1"/>
            <a:r>
              <a:rPr lang="th-TH" sz="2000" b="1">
                <a:latin typeface="TH SarabunPSK" pitchFamily="34" charset="-34"/>
                <a:cs typeface="TH SarabunPSK" pitchFamily="34" charset="-34"/>
              </a:rPr>
              <a:t>ปีพ.ศ. ๒๕๕๙ – ๒๕๖๑ สารวัตร(สอบสวน) งานศูนย์ควบคุมจราจรด่วน ๑   กก.๒   บก.จร.  บช.น.</a:t>
            </a:r>
          </a:p>
          <a:p>
            <a:pPr eaLnBrk="1" hangingPunct="1"/>
            <a:r>
              <a:rPr lang="th-TH" sz="2000" b="1">
                <a:latin typeface="TH SarabunPSK" pitchFamily="34" charset="-34"/>
                <a:cs typeface="TH SarabunPSK" pitchFamily="34" charset="-34"/>
              </a:rPr>
              <a:t>ปีพ.ศ. ๒๕๕๗ - ๒๕๕๙  รองสารวัตรสืบสวน  สน.พระโขนง   บก.น.๕   บช.น.</a:t>
            </a:r>
          </a:p>
          <a:p>
            <a:pPr eaLnBrk="1" hangingPunct="1"/>
            <a:r>
              <a:rPr lang="th-TH" sz="2000" b="1">
                <a:latin typeface="TH SarabunPSK" pitchFamily="34" charset="-34"/>
                <a:cs typeface="TH SarabunPSK" pitchFamily="34" charset="-34"/>
              </a:rPr>
              <a:t>ปีพ.ศ.๒๕๕๐ - ๒๕๕๗  รองสารวัตรสืบสวน สน.ลาดกระบัง   บก.น. ๓   บช.น.</a:t>
            </a:r>
          </a:p>
          <a:p>
            <a:pPr eaLnBrk="1" hangingPunct="1"/>
            <a:r>
              <a:rPr lang="th-TH" sz="2000" b="1">
                <a:latin typeface="TH SarabunPSK" pitchFamily="34" charset="-34"/>
                <a:cs typeface="TH SarabunPSK" pitchFamily="34" charset="-34"/>
              </a:rPr>
              <a:t>ปีพ.ศ.๒๕๔๗ - ๒๕๕๐  พนักงานสอบสวน(สบ๑)สน.ลาดกระบัง   บก.น.๓   บช.น.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1868" y="142852"/>
            <a:ext cx="4572032" cy="830997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>
            <a:solidFill>
              <a:schemeClr val="tx1"/>
            </a:solidFill>
          </a:ln>
          <a:effectLst>
            <a:glow rad="228600">
              <a:schemeClr val="bg1">
                <a:lumMod val="50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th-TH" sz="4800" b="1" dirty="0">
                <a:latin typeface="TH SarabunPSK" pitchFamily="34" charset="-34"/>
                <a:cs typeface="TH SarabunPSK" pitchFamily="34" charset="-34"/>
              </a:rPr>
              <a:t>ประวัติผู้บรรยาย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21" y="195058"/>
            <a:ext cx="2571768" cy="316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142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3"/>
          <p:cNvSpPr txBox="1">
            <a:spLocks noChangeArrowheads="1"/>
          </p:cNvSpPr>
          <p:nvPr/>
        </p:nvSpPr>
        <p:spPr bwMode="auto">
          <a:xfrm>
            <a:off x="642938" y="714375"/>
            <a:ext cx="3000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b="1">
                <a:latin typeface="TH SarabunPSK" pitchFamily="34" charset="-34"/>
                <a:cs typeface="TH SarabunPSK" pitchFamily="34" charset="-34"/>
              </a:rPr>
              <a:t>ภารกิจอื่นที่ได้รับมอบหมาย</a:t>
            </a:r>
          </a:p>
        </p:txBody>
      </p:sp>
      <p:sp>
        <p:nvSpPr>
          <p:cNvPr id="4099" name="TextBox 4"/>
          <p:cNvSpPr txBox="1">
            <a:spLocks noChangeArrowheads="1"/>
          </p:cNvSpPr>
          <p:nvPr/>
        </p:nvSpPr>
        <p:spPr bwMode="auto">
          <a:xfrm>
            <a:off x="1285875" y="946150"/>
            <a:ext cx="7429500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9pPr>
          </a:lstStyle>
          <a:p>
            <a:pPr eaLnBrk="1" hangingPunct="1"/>
            <a:endParaRPr lang="th-TH" sz="2000">
              <a:latin typeface="Calibri" pitchFamily="34" charset="0"/>
              <a:cs typeface="Cordia New" pitchFamily="34" charset="-34"/>
            </a:endParaRPr>
          </a:p>
          <a:p>
            <a:pPr eaLnBrk="1" hangingPunct="1">
              <a:buFontTx/>
              <a:buChar char="-"/>
            </a:pPr>
            <a:r>
              <a:rPr lang="th-TH" sz="2000" b="1">
                <a:latin typeface="Calibri" pitchFamily="34" charset="0"/>
                <a:cs typeface="Cordia New" pitchFamily="34" charset="-34"/>
              </a:rPr>
              <a:t> </a:t>
            </a:r>
            <a:r>
              <a:rPr lang="th-TH" sz="2000" b="1">
                <a:latin typeface="TH SarabunPSK" pitchFamily="34" charset="-34"/>
                <a:cs typeface="TH SarabunPSK" pitchFamily="34" charset="-34"/>
              </a:rPr>
              <a:t>ปี พ.ศ.๒๕๕๖  ชุดปฏิบัติการที่ ๑ ศูนย์ป้องกันและปราบปรามการกระทำความผิดเกี่ยวกับทรัพยากรธรรมชาติ และสิ่งแวดล้อม สำนักงานตำรวจแห่งชาติ </a:t>
            </a:r>
          </a:p>
          <a:p>
            <a:pPr eaLnBrk="1" hangingPunct="1">
              <a:buFontTx/>
              <a:buChar char="-"/>
            </a:pPr>
            <a:r>
              <a:rPr lang="th-TH" sz="2000" b="1">
                <a:latin typeface="TH SarabunPSK" pitchFamily="34" charset="-34"/>
                <a:cs typeface="TH SarabunPSK" pitchFamily="34" charset="-34"/>
              </a:rPr>
              <a:t> ปี พ.ศ. ๒๕๕๔ ชุดปฏิบัติการที่ ๑ โครงการป้องกันปราบปรามการโจรกรรมทรัพย์สินที่เกี่ยวกับการสื่อสารโทรคมนาคม และไฟฟ้า สำนักงานตำรวจแห่งชาติ</a:t>
            </a:r>
            <a:endParaRPr lang="en-US" sz="2000" b="1">
              <a:latin typeface="TH SarabunPSK" pitchFamily="34" charset="-34"/>
              <a:cs typeface="TH SarabunPSK" pitchFamily="34" charset="-34"/>
            </a:endParaRPr>
          </a:p>
          <a:p>
            <a:pPr eaLnBrk="1" hangingPunct="1"/>
            <a:r>
              <a:rPr lang="th-TH" sz="2000" b="1">
                <a:latin typeface="TH SarabunPSK" pitchFamily="34" charset="-34"/>
                <a:cs typeface="TH SarabunPSK" pitchFamily="34" charset="-34"/>
              </a:rPr>
              <a:t>- ปี พ.ศ.๒๕๕๓  นายตำรวจติดตาม รองนายกรัฐมนตรี </a:t>
            </a:r>
          </a:p>
          <a:p>
            <a:pPr eaLnBrk="1" hangingPunct="1"/>
            <a:endParaRPr lang="en-US" sz="2000">
              <a:latin typeface="Calibri" pitchFamily="34" charset="0"/>
              <a:cs typeface="Cordia New" pitchFamily="34" charset="-34"/>
            </a:endParaRPr>
          </a:p>
          <a:p>
            <a:pPr eaLnBrk="1" hangingPunct="1"/>
            <a:endParaRPr lang="th-TH" sz="2000">
              <a:latin typeface="Calibri" pitchFamily="34" charset="0"/>
              <a:cs typeface="Cordia New" pitchFamily="34" charset="-34"/>
            </a:endParaRPr>
          </a:p>
        </p:txBody>
      </p:sp>
      <p:sp>
        <p:nvSpPr>
          <p:cNvPr id="4100" name="TextBox 5"/>
          <p:cNvSpPr txBox="1">
            <a:spLocks noChangeArrowheads="1"/>
          </p:cNvSpPr>
          <p:nvPr/>
        </p:nvSpPr>
        <p:spPr bwMode="auto">
          <a:xfrm>
            <a:off x="642938" y="3071813"/>
            <a:ext cx="3000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b="1">
                <a:latin typeface="TH SarabunPSK" pitchFamily="34" charset="-34"/>
                <a:cs typeface="TH SarabunPSK" pitchFamily="34" charset="-34"/>
              </a:rPr>
              <a:t>คุณวุฒิเพิ่มเติม</a:t>
            </a:r>
          </a:p>
        </p:txBody>
      </p:sp>
      <p:sp>
        <p:nvSpPr>
          <p:cNvPr id="4101" name="TextBox 7"/>
          <p:cNvSpPr txBox="1">
            <a:spLocks noChangeArrowheads="1"/>
          </p:cNvSpPr>
          <p:nvPr/>
        </p:nvSpPr>
        <p:spPr bwMode="auto">
          <a:xfrm>
            <a:off x="1000125" y="3714750"/>
            <a:ext cx="7286625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9pPr>
          </a:lstStyle>
          <a:p>
            <a:pPr eaLnBrk="1" hangingPunct="1">
              <a:buFontTx/>
              <a:buChar char="-"/>
            </a:pPr>
            <a:r>
              <a:rPr lang="th-TH" sz="2000" b="1" dirty="0">
                <a:latin typeface="TH SarabunPSK" pitchFamily="34" charset="-34"/>
                <a:cs typeface="TH SarabunPSK" pitchFamily="34" charset="-34"/>
              </a:rPr>
              <a:t> หลักสูตรนิติวิทยาศาสตร์ระดับสูงสำหรับพนักงานสอบสวน </a:t>
            </a:r>
          </a:p>
          <a:p>
            <a:pPr eaLnBrk="1" hangingPunct="1"/>
            <a:r>
              <a:rPr lang="th-TH" sz="2000" b="1" dirty="0">
                <a:latin typeface="TH SarabunPSK" pitchFamily="34" charset="-34"/>
                <a:cs typeface="TH SarabunPSK" pitchFamily="34" charset="-34"/>
              </a:rPr>
              <a:t>- หลักสูตรการเจรจาต่อรองเพื่อแก้ไขสถานการณ์วิกฤติ </a:t>
            </a:r>
          </a:p>
          <a:p>
            <a:pPr eaLnBrk="1" hangingPunct="1"/>
            <a:r>
              <a:rPr lang="th-TH" sz="2000" b="1" dirty="0">
                <a:latin typeface="TH SarabunPSK" pitchFamily="34" charset="-34"/>
                <a:cs typeface="TH SarabunPSK" pitchFamily="34" charset="-34"/>
              </a:rPr>
              <a:t>- หลักสูตรสืบสวนคดีอาญา </a:t>
            </a:r>
          </a:p>
          <a:p>
            <a:pPr eaLnBrk="1" hangingPunct="1"/>
            <a:r>
              <a:rPr lang="th-TH" sz="2000" b="1" dirty="0">
                <a:latin typeface="TH SarabunPSK" pitchFamily="34" charset="-34"/>
                <a:cs typeface="TH SarabunPSK" pitchFamily="34" charset="-34"/>
              </a:rPr>
              <a:t>- หลักสูตรการรักษาความปลอดภัยบุคคลสำคัญ </a:t>
            </a:r>
          </a:p>
          <a:p>
            <a:pPr eaLnBrk="1" hangingPunct="1">
              <a:buFontTx/>
              <a:buChar char="-"/>
            </a:pPr>
            <a:r>
              <a:rPr lang="th-TH" sz="2000" b="1" dirty="0">
                <a:latin typeface="TH SarabunPSK" pitchFamily="34" charset="-34"/>
                <a:cs typeface="TH SarabunPSK" pitchFamily="34" charset="-34"/>
              </a:rPr>
              <a:t> หลักสูตรนายทหารรักษาความปลอดภัย </a:t>
            </a:r>
          </a:p>
          <a:p>
            <a:pPr eaLnBrk="1" hangingPunct="1">
              <a:buFontTx/>
              <a:buChar char="-"/>
            </a:pPr>
            <a:r>
              <a:rPr lang="th-TH" sz="2000" b="1" dirty="0">
                <a:latin typeface="TH SarabunPSK" pitchFamily="34" charset="-34"/>
                <a:cs typeface="TH SarabunPSK" pitchFamily="34" charset="-34"/>
              </a:rPr>
              <a:t> หลักสูตรนายทหารข่าวกรองทางอากาศ </a:t>
            </a:r>
            <a:endParaRPr lang="th-TH" sz="2000" b="1" dirty="0" smtClean="0">
              <a:latin typeface="TH SarabunPSK" pitchFamily="34" charset="-34"/>
              <a:cs typeface="TH SarabunPSK" pitchFamily="34" charset="-34"/>
            </a:endParaRPr>
          </a:p>
          <a:p>
            <a:pPr eaLnBrk="1" hangingPunct="1">
              <a:buFontTx/>
              <a:buChar char="-"/>
            </a:pPr>
            <a:r>
              <a:rPr lang="th-TH" sz="2000" b="1" dirty="0">
                <a:latin typeface="TH SarabunPSK" pitchFamily="34" charset="-34"/>
                <a:cs typeface="TH SarabunPSK" pitchFamily="34" charset="-34"/>
              </a:rPr>
              <a:t> </a:t>
            </a:r>
            <a:r>
              <a:rPr lang="th-TH" sz="2000" b="1" dirty="0" smtClean="0">
                <a:latin typeface="TH SarabunPSK" pitchFamily="34" charset="-34"/>
                <a:cs typeface="TH SarabunPSK" pitchFamily="34" charset="-34"/>
              </a:rPr>
              <a:t>หลักสูตรการทำลายวัตถุระเบิด</a:t>
            </a:r>
            <a:endParaRPr lang="th-TH" sz="2000" b="1" dirty="0">
              <a:latin typeface="TH SarabunPSK" pitchFamily="34" charset="-34"/>
              <a:cs typeface="TH SarabunPSK" pitchFamily="34" charset="-34"/>
            </a:endParaRPr>
          </a:p>
          <a:p>
            <a:pPr eaLnBrk="1" hangingPunct="1"/>
            <a:endParaRPr lang="th-TH" sz="2000" b="1" dirty="0">
              <a:latin typeface="TH SarabunPSK" pitchFamily="34" charset="-34"/>
              <a:cs typeface="TH SarabunPSK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261760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รูปภาพ 5" descr="480178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2875" y="357188"/>
            <a:ext cx="3554413" cy="650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214678" y="1928802"/>
            <a:ext cx="5715040" cy="2123658"/>
          </a:xfrm>
          <a:prstGeom prst="rect">
            <a:avLst/>
          </a:prstGeom>
          <a:noFill/>
        </p:spPr>
        <p:txBody>
          <a:bodyPr>
            <a:spAutoFit/>
            <a:scene3d>
              <a:camera prst="perspectiveRelaxedModerately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th-TH" sz="6600" b="1" dirty="0">
                <a:effectLst>
                  <a:reflection blurRad="6350" stA="50000" endA="300" endPos="50000" dist="29997" dir="5400000" sy="-100000" algn="bl" rotWithShape="0"/>
                </a:effectLst>
                <a:latin typeface="TH SarabunPSK" pitchFamily="34" charset="-34"/>
                <a:cs typeface="TH SarabunPSK" pitchFamily="34" charset="-34"/>
              </a:rPr>
              <a:t>การสืบสวนสอบสวน     คดีฆาตกรรม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00688" y="6321569"/>
            <a:ext cx="3643312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th-TH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60000" endA="900" endPos="58000" dir="5400000" sy="-100000" algn="bl" rotWithShape="0"/>
                </a:effectLst>
                <a:latin typeface="TH SarabunPSK" pitchFamily="34" charset="-34"/>
                <a:cs typeface="TH SarabunPSK" pitchFamily="34" charset="-34"/>
              </a:rPr>
              <a:t>โดย พ.ต.ท.ปริวรรต  รัต</a:t>
            </a:r>
            <a:r>
              <a:rPr lang="th-TH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60000" endA="900" endPos="58000" dir="5400000" sy="-100000" algn="bl" rotWithShape="0"/>
                </a:effectLst>
                <a:latin typeface="TH SarabunPSK" pitchFamily="34" charset="-34"/>
                <a:cs typeface="TH SarabunPSK" pitchFamily="34" charset="-34"/>
              </a:rPr>
              <a:t>นรุ่ง</a:t>
            </a:r>
            <a:r>
              <a:rPr lang="th-TH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60000" endA="900" endPos="58000" dir="5400000" sy="-100000" algn="bl" rotWithShape="0"/>
                </a:effectLst>
                <a:latin typeface="TH SarabunPSK" pitchFamily="34" charset="-34"/>
                <a:cs typeface="TH SarabunPSK" pitchFamily="34" charset="-34"/>
              </a:rPr>
              <a:t>โรจน์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ไดอะแกรม 4"/>
          <p:cNvGraphicFramePr/>
          <p:nvPr/>
        </p:nvGraphicFramePr>
        <p:xfrm>
          <a:off x="214282" y="428604"/>
          <a:ext cx="8715436" cy="62151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C0C6BC2-413D-46CA-8247-91417D7FF5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graphicEl>
                                              <a:dgm id="{9C0C6BC2-413D-46CA-8247-91417D7FF56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EDEC0E0-67CF-4BA1-926B-B4A80E78BC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>
                                            <p:graphicEl>
                                              <a:dgm id="{EEDEC0E0-67CF-4BA1-926B-B4A80E78BC7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3" descr="shin-godzilla-101-250x25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14678" y="0"/>
            <a:ext cx="3000396" cy="30003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รูปภาพ 4" descr="cover_8266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4282" y="3947127"/>
            <a:ext cx="8643998" cy="291089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148" name="TextBox 5"/>
          <p:cNvSpPr txBox="1">
            <a:spLocks noChangeArrowheads="1"/>
          </p:cNvSpPr>
          <p:nvPr/>
        </p:nvSpPr>
        <p:spPr bwMode="auto">
          <a:xfrm>
            <a:off x="2143125" y="2984500"/>
            <a:ext cx="51435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9pPr>
          </a:lstStyle>
          <a:p>
            <a:pPr algn="ctr" eaLnBrk="1" hangingPunct="1"/>
            <a:r>
              <a:rPr lang="th-TH" sz="6000" b="1">
                <a:latin typeface="TH Mali Grade 6" pitchFamily="2" charset="-34"/>
                <a:cs typeface="TH Mali Grade 6" pitchFamily="2" charset="-34"/>
              </a:rPr>
              <a:t>เมื่อมีคดีเกิดขึ้น</a:t>
            </a:r>
          </a:p>
        </p:txBody>
      </p:sp>
    </p:spTree>
    <p:extLst>
      <p:ext uri="{BB962C8B-B14F-4D97-AF65-F5344CB8AC3E}">
        <p14:creationId xmlns:p14="http://schemas.microsoft.com/office/powerpoint/2010/main" val="2680120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รูปภาพ 4" descr="o1m882fq5oUynHMuBsZ-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214313"/>
            <a:ext cx="3881438" cy="2911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171" name="TextBox 7"/>
          <p:cNvSpPr txBox="1">
            <a:spLocks noChangeArrowheads="1"/>
          </p:cNvSpPr>
          <p:nvPr/>
        </p:nvSpPr>
        <p:spPr bwMode="auto">
          <a:xfrm>
            <a:off x="857250" y="3000375"/>
            <a:ext cx="31432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9pPr>
          </a:lstStyle>
          <a:p>
            <a:pPr algn="ctr" eaLnBrk="1" hangingPunct="1"/>
            <a:r>
              <a:rPr lang="th-TH" sz="6000" b="1">
                <a:latin typeface="TH Mali Grade 6" pitchFamily="2" charset="-34"/>
                <a:cs typeface="TH Mali Grade 6" pitchFamily="2" charset="-34"/>
              </a:rPr>
              <a:t>สิ่งที่คิด</a:t>
            </a:r>
          </a:p>
        </p:txBody>
      </p:sp>
      <p:sp>
        <p:nvSpPr>
          <p:cNvPr id="7172" name="TextBox 8"/>
          <p:cNvSpPr txBox="1">
            <a:spLocks noChangeArrowheads="1"/>
          </p:cNvSpPr>
          <p:nvPr/>
        </p:nvSpPr>
        <p:spPr bwMode="auto">
          <a:xfrm>
            <a:off x="5500688" y="1071563"/>
            <a:ext cx="31432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9pPr>
          </a:lstStyle>
          <a:p>
            <a:pPr algn="ctr" eaLnBrk="1" hangingPunct="1"/>
            <a:r>
              <a:rPr lang="th-TH" sz="6000" b="1">
                <a:latin typeface="TH Mali Grade 6" pitchFamily="2" charset="-34"/>
                <a:cs typeface="TH Mali Grade 6" pitchFamily="2" charset="-34"/>
              </a:rPr>
              <a:t>ความเป็นจริง</a:t>
            </a:r>
          </a:p>
        </p:txBody>
      </p:sp>
      <p:pic>
        <p:nvPicPr>
          <p:cNvPr id="17" name="รูปภาพ 16" descr="Specium_Ray_Jubile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4071938"/>
            <a:ext cx="4691063" cy="26431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รูปภาพ 7" descr="1400554165-a01a5186ef-o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380953">
            <a:off x="5467023" y="2233246"/>
            <a:ext cx="3112756" cy="343959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82887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allAtOnce"/>
      <p:bldP spid="7172" grpId="0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รูปภาพ 5" descr="Gun_45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50" y="1071563"/>
            <a:ext cx="8680450" cy="578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ชื่อเรื่อง 1"/>
          <p:cNvSpPr>
            <a:spLocks noGrp="1"/>
          </p:cNvSpPr>
          <p:nvPr>
            <p:ph type="title"/>
          </p:nvPr>
        </p:nvSpPr>
        <p:spPr>
          <a:xfrm>
            <a:off x="571500" y="131763"/>
            <a:ext cx="8115300" cy="939800"/>
          </a:xfrm>
          <a:solidFill>
            <a:srgbClr val="FFFF00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th-TH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เมื่อเกิดคดีฆาตกรรม </a:t>
            </a:r>
          </a:p>
        </p:txBody>
      </p:sp>
      <p:graphicFrame>
        <p:nvGraphicFramePr>
          <p:cNvPr id="4" name="ไดอะแกรม 3"/>
          <p:cNvGraphicFramePr/>
          <p:nvPr>
            <p:extLst>
              <p:ext uri="{D42A27DB-BD31-4B8C-83A1-F6EECF244321}">
                <p14:modId xmlns:p14="http://schemas.microsoft.com/office/powerpoint/2010/main" val="573716327"/>
              </p:ext>
            </p:extLst>
          </p:nvPr>
        </p:nvGraphicFramePr>
        <p:xfrm>
          <a:off x="0" y="1142984"/>
          <a:ext cx="9358346" cy="57150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/>
          <p:cNvSpPr txBox="1"/>
          <p:nvPr/>
        </p:nvSpPr>
        <p:spPr>
          <a:xfrm rot="19906187">
            <a:off x="6641869" y="109760"/>
            <a:ext cx="2483429" cy="1005754"/>
          </a:xfrm>
          <a:prstGeom prst="rect">
            <a:avLst/>
          </a:prstGeom>
          <a:noFill/>
        </p:spPr>
        <p:txBody>
          <a:bodyPr>
            <a:prstTxWarp prst="textChevron">
              <a:avLst/>
            </a:prstTxWarp>
            <a:spAutoFit/>
            <a:scene3d>
              <a:camera prst="perspectiveRelaxed"/>
              <a:lightRig rig="threePt" dir="t"/>
            </a:scene3d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th-TH" sz="3600" b="1" dirty="0">
                <a:solidFill>
                  <a:srgbClr val="FF0000"/>
                </a:solidFill>
                <a:latin typeface="TH Mali Grade 6" panose="02000506000000020004" pitchFamily="2" charset="-34"/>
                <a:cs typeface="TH Mali Grade 6" panose="02000506000000020004" pitchFamily="2" charset="-34"/>
              </a:rPr>
              <a:t>จะทำอย่างไร ?</a:t>
            </a: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510AAA7-F78C-4CD4-850C-561AD2D68B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B510AAA7-F78C-4CD4-850C-561AD2D68B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B510AAA7-F78C-4CD4-850C-561AD2D68B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C9C0525-B161-4041-BDE3-AD15F40957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graphicEl>
                                              <a:dgm id="{1C9C0525-B161-4041-BDE3-AD15F40957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graphicEl>
                                              <a:dgm id="{1C9C0525-B161-4041-BDE3-AD15F40957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36627B3-246F-4F0E-98F8-4DDDB038E3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graphicEl>
                                              <a:dgm id="{636627B3-246F-4F0E-98F8-4DDDB038E3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graphicEl>
                                              <a:dgm id="{636627B3-246F-4F0E-98F8-4DDDB038E3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0B52DDC-7FF6-428D-8633-E6DFD6037C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graphicEl>
                                              <a:dgm id="{E0B52DDC-7FF6-428D-8633-E6DFD6037C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graphicEl>
                                              <a:dgm id="{E0B52DDC-7FF6-428D-8633-E6DFD6037C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257927C-FD70-4F92-A253-D4D33CEC33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graphicEl>
                                              <a:dgm id="{2257927C-FD70-4F92-A253-D4D33CEC33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graphicEl>
                                              <a:dgm id="{2257927C-FD70-4F92-A253-D4D33CEC33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2D562CC-1DEE-4898-8600-19830898E1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graphicEl>
                                              <a:dgm id="{92D562CC-1DEE-4898-8600-19830898E1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graphicEl>
                                              <a:dgm id="{92D562CC-1DEE-4898-8600-19830898E1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  <p:bldP spid="5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ไดอะแกรม 3"/>
          <p:cNvGraphicFramePr/>
          <p:nvPr>
            <p:extLst>
              <p:ext uri="{D42A27DB-BD31-4B8C-83A1-F6EECF244321}">
                <p14:modId xmlns:p14="http://schemas.microsoft.com/office/powerpoint/2010/main" val="2082984425"/>
              </p:ext>
            </p:extLst>
          </p:nvPr>
        </p:nvGraphicFramePr>
        <p:xfrm>
          <a:off x="106778" y="214290"/>
          <a:ext cx="8929718" cy="64294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599447C-B122-43A5-89FC-578DC62E39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E599447C-B122-43A5-89FC-578DC62E39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E599447C-B122-43A5-89FC-578DC62E39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713D1A5-B4E1-4EEB-9AC8-269CF1B3F0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graphicEl>
                                              <a:dgm id="{3713D1A5-B4E1-4EEB-9AC8-269CF1B3F0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graphicEl>
                                              <a:dgm id="{3713D1A5-B4E1-4EEB-9AC8-269CF1B3F0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31098B3-9422-4543-9F1E-B5C984F27B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F31098B3-9422-4543-9F1E-B5C984F27B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F31098B3-9422-4543-9F1E-B5C984F27B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AE5AA24-3867-43BC-A5F7-54868E2A49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graphicEl>
                                              <a:dgm id="{4AE5AA24-3867-43BC-A5F7-54868E2A49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graphicEl>
                                              <a:dgm id="{4AE5AA24-3867-43BC-A5F7-54868E2A49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8D0D879-59E2-45AC-9424-1EFCED6AD2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graphicEl>
                                              <a:dgm id="{18D0D879-59E2-45AC-9424-1EFCED6AD2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graphicEl>
                                              <a:dgm id="{18D0D879-59E2-45AC-9424-1EFCED6AD2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9EFDAD9-A739-4F05-BAF2-9600B63AC8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graphicEl>
                                              <a:dgm id="{59EFDAD9-A739-4F05-BAF2-9600B63AC8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graphicEl>
                                              <a:dgm id="{59EFDAD9-A739-4F05-BAF2-9600B63AC8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148727C-F55C-4F10-B750-E8286EC0BF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graphicEl>
                                              <a:dgm id="{1148727C-F55C-4F10-B750-E8286EC0BF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graphicEl>
                                              <a:dgm id="{1148727C-F55C-4F10-B750-E8286EC0BF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115CF7D-BBC4-4868-9264-03F537256D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graphicEl>
                                              <a:dgm id="{6115CF7D-BBC4-4868-9264-03F537256D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graphicEl>
                                              <a:dgm id="{6115CF7D-BBC4-4868-9264-03F537256D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FAC8082-C6A3-42F5-9A96-6AC465BEB7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graphicEl>
                                              <a:dgm id="{0FAC8082-C6A3-42F5-9A96-6AC465BEB7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graphicEl>
                                              <a:dgm id="{0FAC8082-C6A3-42F5-9A96-6AC465BEB7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27F19D9-C0F8-4F6E-A385-3AF7E929F1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graphicEl>
                                              <a:dgm id="{627F19D9-C0F8-4F6E-A385-3AF7E929F1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graphicEl>
                                              <a:dgm id="{627F19D9-C0F8-4F6E-A385-3AF7E929F1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22F7376-513E-4E2B-8458-39B8079A3E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graphicEl>
                                              <a:dgm id="{C22F7376-513E-4E2B-8458-39B8079A3E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>
                                            <p:graphicEl>
                                              <a:dgm id="{C22F7376-513E-4E2B-8458-39B8079A3E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1604D91-E070-491B-9CF6-B05B3618F9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">
                                            <p:graphicEl>
                                              <a:dgm id="{A1604D91-E070-491B-9CF6-B05B3618F9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>
                                            <p:graphicEl>
                                              <a:dgm id="{A1604D91-E070-491B-9CF6-B05B3618F9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5F5FA95-1DED-465D-8173-C49F5CE8AD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">
                                            <p:graphicEl>
                                              <a:dgm id="{05F5FA95-1DED-465D-8173-C49F5CE8AD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">
                                            <p:graphicEl>
                                              <a:dgm id="{05F5FA95-1DED-465D-8173-C49F5CE8AD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7DF643E-49C4-4D85-8D55-3319036F44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>
                                            <p:graphicEl>
                                              <a:dgm id="{37DF643E-49C4-4D85-8D55-3319036F44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>
                                            <p:graphicEl>
                                              <a:dgm id="{37DF643E-49C4-4D85-8D55-3319036F44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2FB6733-9829-4BBE-82DC-4DB742A802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>
                                            <p:graphicEl>
                                              <a:dgm id="{22FB6733-9829-4BBE-82DC-4DB742A802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>
                                            <p:graphicEl>
                                              <a:dgm id="{22FB6733-9829-4BBE-82DC-4DB742A802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6B673EE-920A-4CCB-83AC-C9E14945D4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">
                                            <p:graphicEl>
                                              <a:dgm id="{E6B673EE-920A-4CCB-83AC-C9E14945D4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">
                                            <p:graphicEl>
                                              <a:dgm id="{E6B673EE-920A-4CCB-83AC-C9E14945D4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043F315-36D5-44B8-B435-64E42DCA20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">
                                            <p:graphicEl>
                                              <a:dgm id="{F043F315-36D5-44B8-B435-64E42DCA20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">
                                            <p:graphicEl>
                                              <a:dgm id="{F043F315-36D5-44B8-B435-64E42DCA20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207D921-6A07-4A11-8002-DE09286EAF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">
                                            <p:graphicEl>
                                              <a:dgm id="{8207D921-6A07-4A11-8002-DE09286EAF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">
                                            <p:graphicEl>
                                              <a:dgm id="{8207D921-6A07-4A11-8002-DE09286EAF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B78111C-9A16-4483-A35D-A3CFB5A0C7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">
                                            <p:graphicEl>
                                              <a:dgm id="{9B78111C-9A16-4483-A35D-A3CFB5A0C7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">
                                            <p:graphicEl>
                                              <a:dgm id="{9B78111C-9A16-4483-A35D-A3CFB5A0C7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B3C4C5A-5FB5-479A-98B3-AA1DD3B8B6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">
                                            <p:graphicEl>
                                              <a:dgm id="{0B3C4C5A-5FB5-479A-98B3-AA1DD3B8B6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">
                                            <p:graphicEl>
                                              <a:dgm id="{0B3C4C5A-5FB5-479A-98B3-AA1DD3B8B6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F377933-85C8-46EF-BCDA-7D9F58DBE4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">
                                            <p:graphicEl>
                                              <a:dgm id="{FF377933-85C8-46EF-BCDA-7D9F58DBE4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">
                                            <p:graphicEl>
                                              <a:dgm id="{FF377933-85C8-46EF-BCDA-7D9F58DBE4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7291F77-2F3B-4A90-BF30-4539EA10DE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">
                                            <p:graphicEl>
                                              <a:dgm id="{17291F77-2F3B-4A90-BF30-4539EA10DE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">
                                            <p:graphicEl>
                                              <a:dgm id="{17291F77-2F3B-4A90-BF30-4539EA10DE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8D68597-2BE8-4056-9C17-CDB44193BF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">
                                            <p:graphicEl>
                                              <a:dgm id="{98D68597-2BE8-4056-9C17-CDB44193BF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">
                                            <p:graphicEl>
                                              <a:dgm id="{98D68597-2BE8-4056-9C17-CDB44193BF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095827E-6EC7-4501-BD55-68A6EC5213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">
                                            <p:graphicEl>
                                              <a:dgm id="{3095827E-6EC7-4501-BD55-68A6EC5213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">
                                            <p:graphicEl>
                                              <a:dgm id="{3095827E-6EC7-4501-BD55-68A6EC5213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9C0B95A-12CD-4BC5-85C3-59F36E879C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4">
                                            <p:graphicEl>
                                              <a:dgm id="{C9C0B95A-12CD-4BC5-85C3-59F36E879C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4">
                                            <p:graphicEl>
                                              <a:dgm id="{C9C0B95A-12CD-4BC5-85C3-59F36E879C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8BCDBE2-8D0A-4AB9-898D-3D1BF7744A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">
                                            <p:graphicEl>
                                              <a:dgm id="{78BCDBE2-8D0A-4AB9-898D-3D1BF7744A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">
                                            <p:graphicEl>
                                              <a:dgm id="{78BCDBE2-8D0A-4AB9-898D-3D1BF7744A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7F0B001-676C-4EF3-949C-D7EDD6C8E0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">
                                            <p:graphicEl>
                                              <a:dgm id="{97F0B001-676C-4EF3-949C-D7EDD6C8E0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">
                                            <p:graphicEl>
                                              <a:dgm id="{97F0B001-676C-4EF3-949C-D7EDD6C8E0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58A657B-B09D-4115-B0CE-6CD171EB6A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">
                                            <p:graphicEl>
                                              <a:dgm id="{758A657B-B09D-4115-B0CE-6CD171EB6A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">
                                            <p:graphicEl>
                                              <a:dgm id="{758A657B-B09D-4115-B0CE-6CD171EB6A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00631FC-29B0-48EF-B296-84959AA03A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4">
                                            <p:graphicEl>
                                              <a:dgm id="{F00631FC-29B0-48EF-B296-84959AA03A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4">
                                            <p:graphicEl>
                                              <a:dgm id="{F00631FC-29B0-48EF-B296-84959AA03A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B82D472-766F-43E0-857B-323C63F939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4">
                                            <p:graphicEl>
                                              <a:dgm id="{7B82D472-766F-43E0-857B-323C63F939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4">
                                            <p:graphicEl>
                                              <a:dgm id="{7B82D472-766F-43E0-857B-323C63F939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3DAEAF5-CCCC-41A1-A75E-D7357E8394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">
                                            <p:graphicEl>
                                              <a:dgm id="{A3DAEAF5-CCCC-41A1-A75E-D7357E8394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4">
                                            <p:graphicEl>
                                              <a:dgm id="{A3DAEAF5-CCCC-41A1-A75E-D7357E8394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82960AF-1535-45C7-A995-F3F81E8CA3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">
                                            <p:graphicEl>
                                              <a:dgm id="{F82960AF-1535-45C7-A995-F3F81E8CA3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">
                                            <p:graphicEl>
                                              <a:dgm id="{F82960AF-1535-45C7-A995-F3F81E8CA3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FCEC2E9-15FE-4928-9E8E-908D11FC51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">
                                            <p:graphicEl>
                                              <a:dgm id="{5FCEC2E9-15FE-4928-9E8E-908D11FC51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">
                                            <p:graphicEl>
                                              <a:dgm id="{5FCEC2E9-15FE-4928-9E8E-908D11FC51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612CC2D-1E9C-4304-B1C8-20413C9337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">
                                            <p:graphicEl>
                                              <a:dgm id="{2612CC2D-1E9C-4304-B1C8-20413C9337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">
                                            <p:graphicEl>
                                              <a:dgm id="{2612CC2D-1E9C-4304-B1C8-20413C9337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0743A06-D665-4A3C-BE28-4BD2E7ECC3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4">
                                            <p:graphicEl>
                                              <a:dgm id="{30743A06-D665-4A3C-BE28-4BD2E7ECC3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">
                                            <p:graphicEl>
                                              <a:dgm id="{30743A06-D665-4A3C-BE28-4BD2E7ECC3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BEC6779-54EB-42A1-8D26-3A5ADB8511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4">
                                            <p:graphicEl>
                                              <a:dgm id="{8BEC6779-54EB-42A1-8D26-3A5ADB8511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4">
                                            <p:graphicEl>
                                              <a:dgm id="{8BEC6779-54EB-42A1-8D26-3A5ADB8511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B8254C8-3169-4FE7-A8C9-5F3BB2DA1C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4">
                                            <p:graphicEl>
                                              <a:dgm id="{6B8254C8-3169-4FE7-A8C9-5F3BB2DA1C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4">
                                            <p:graphicEl>
                                              <a:dgm id="{6B8254C8-3169-4FE7-A8C9-5F3BB2DA1C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E577C29-FF78-4088-B3EB-E6B762C801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4">
                                            <p:graphicEl>
                                              <a:dgm id="{AE577C29-FF78-4088-B3EB-E6B762C801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4">
                                            <p:graphicEl>
                                              <a:dgm id="{AE577C29-FF78-4088-B3EB-E6B762C801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ชื่อเรื่อง 1"/>
          <p:cNvSpPr>
            <a:spLocks noGrp="1"/>
          </p:cNvSpPr>
          <p:nvPr>
            <p:ph type="title"/>
          </p:nvPr>
        </p:nvSpPr>
        <p:spPr>
          <a:xfrm>
            <a:off x="457200" y="-71438"/>
            <a:ext cx="8229600" cy="1143001"/>
          </a:xfrm>
        </p:spPr>
        <p:txBody>
          <a:bodyPr/>
          <a:lstStyle/>
          <a:p>
            <a:pPr eaLnBrk="1" hangingPunct="1"/>
            <a:r>
              <a:rPr lang="th-TH" b="1" dirty="0" smtClean="0">
                <a:latin typeface="TH SarabunPSK" pitchFamily="34" charset="-34"/>
                <a:cs typeface="TH SarabunPSK" pitchFamily="34" charset="-34"/>
              </a:rPr>
              <a:t>การแจ้งเหตุและการรายงาน</a:t>
            </a:r>
          </a:p>
        </p:txBody>
      </p:sp>
      <p:graphicFrame>
        <p:nvGraphicFramePr>
          <p:cNvPr id="4" name="ตัวยึดเนื้อหา 3"/>
          <p:cNvGraphicFramePr>
            <a:graphicFrameLocks noGrp="1"/>
          </p:cNvGraphicFramePr>
          <p:nvPr>
            <p:ph idx="1"/>
          </p:nvPr>
        </p:nvGraphicFramePr>
        <p:xfrm>
          <a:off x="457200" y="2500306"/>
          <a:ext cx="8329642" cy="3625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รูปภาพ 4" descr="ดาวน์โหลด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1438" y="574850"/>
            <a:ext cx="2357422" cy="199689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รูปภาพ 5" descr="images (2)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6643703" y="571480"/>
            <a:ext cx="2286016" cy="214314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8C02BCD-5AF9-4628-94EF-5414070727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dgm id="{B8C02BCD-5AF9-4628-94EF-5414070727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B55D41A-C81E-44AF-923E-CA60B9FE13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graphicEl>
                                              <a:dgm id="{0B55D41A-C81E-44AF-923E-CA60B9FE136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F722290-2854-421E-A84B-BB06A7E51A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graphicEl>
                                              <a:dgm id="{8F722290-2854-421E-A84B-BB06A7E51A7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รูปภาพ 5" descr="1012086_3090527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2214563" y="0"/>
            <a:ext cx="4686300" cy="725488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h-TH" b="1" dirty="0" smtClean="0">
                <a:latin typeface="TH SarabunPSK" pitchFamily="34" charset="-34"/>
                <a:cs typeface="TH SarabunPSK" pitchFamily="34" charset="-34"/>
              </a:rPr>
              <a:t>สถานที่เกิดเหตุ</a:t>
            </a:r>
          </a:p>
        </p:txBody>
      </p:sp>
      <p:graphicFrame>
        <p:nvGraphicFramePr>
          <p:cNvPr id="4" name="ตัวยึดเนื้อหา 3"/>
          <p:cNvGraphicFramePr>
            <a:graphicFrameLocks noGrp="1"/>
          </p:cNvGraphicFramePr>
          <p:nvPr>
            <p:ph idx="1"/>
          </p:nvPr>
        </p:nvGraphicFramePr>
        <p:xfrm>
          <a:off x="214282" y="857232"/>
          <a:ext cx="8643998" cy="5715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15A3728-8E90-4E56-AA10-3E7CC7DAE5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615A3728-8E90-4E56-AA10-3E7CC7DAE5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615A3728-8E90-4E56-AA10-3E7CC7DAE5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F04916C-178E-47FB-9BCC-6FED84D107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DF04916C-178E-47FB-9BCC-6FED84D107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DF04916C-178E-47FB-9BCC-6FED84D107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C8BCD65-2F10-4EC6-8AF3-63B93CD2FE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graphicEl>
                                              <a:dgm id="{AC8BCD65-2F10-4EC6-8AF3-63B93CD2FE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graphicEl>
                                              <a:dgm id="{AC8BCD65-2F10-4EC6-8AF3-63B93CD2FE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2D0B5A3-4159-46AD-8ADC-5269501445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graphicEl>
                                              <a:dgm id="{92D0B5A3-4159-46AD-8ADC-5269501445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graphicEl>
                                              <a:dgm id="{92D0B5A3-4159-46AD-8ADC-5269501445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819A2E6-1874-4D8A-AE69-402687FE88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graphicEl>
                                              <a:dgm id="{C819A2E6-1874-4D8A-AE69-402687FE88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graphicEl>
                                              <a:dgm id="{C819A2E6-1874-4D8A-AE69-402687FE88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E7863FB-C35E-43D8-A998-E52BCB610A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graphicEl>
                                              <a:dgm id="{8E7863FB-C35E-43D8-A998-E52BCB610A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graphicEl>
                                              <a:dgm id="{8E7863FB-C35E-43D8-A998-E52BCB610A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A7CDF3C-028E-4665-ABC2-72A7830933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graphicEl>
                                              <a:dgm id="{6A7CDF3C-028E-4665-ABC2-72A7830933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graphicEl>
                                              <a:dgm id="{6A7CDF3C-028E-4665-ABC2-72A7830933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E82F916-91CC-4385-BF4F-C641C0F44A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graphicEl>
                                              <a:dgm id="{6E82F916-91CC-4385-BF4F-C641C0F44A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graphicEl>
                                              <a:dgm id="{6E82F916-91CC-4385-BF4F-C641C0F44A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D24ED7D-0F76-498C-A12C-6CB4176D72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graphicEl>
                                              <a:dgm id="{9D24ED7D-0F76-498C-A12C-6CB4176D72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graphicEl>
                                              <a:dgm id="{9D24ED7D-0F76-498C-A12C-6CB4176D72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ชื่อเรื่อง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th-TH" b="1" smtClean="0">
                <a:latin typeface="TH SarabunPSK" pitchFamily="34" charset="-34"/>
                <a:cs typeface="TH SarabunPSK" pitchFamily="34" charset="-34"/>
              </a:rPr>
              <a:t>ความน่าเชื่อถือของพยานหลักฐาน</a:t>
            </a:r>
          </a:p>
        </p:txBody>
      </p:sp>
      <p:graphicFrame>
        <p:nvGraphicFramePr>
          <p:cNvPr id="4" name="ตัวยึดเนื้อหา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EC1193E-E0BA-4D87-9664-40BDC13708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graphicEl>
                                              <a:dgm id="{0EC1193E-E0BA-4D87-9664-40BDC13708D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366179E-0FFB-4B59-820B-EB59F4DC8B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graphicEl>
                                              <a:dgm id="{8366179E-0FFB-4B59-820B-EB59F4DC8BB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D567CAB-52BC-421C-97EE-F43E141536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graphicEl>
                                              <a:dgm id="{CD567CAB-52BC-421C-97EE-F43E141536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F3D7552-3FBD-4168-904B-3EBCA7E059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graphicEl>
                                              <a:dgm id="{BF3D7552-3FBD-4168-904B-3EBCA7E0595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A975983-3C50-49D1-992B-C14769092B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graphicEl>
                                              <a:dgm id="{AA975983-3C50-49D1-992B-C14769092B9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7074949-89FC-4B97-8D3E-E1CCC6E1AF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graphicEl>
                                              <a:dgm id="{E7074949-89FC-4B97-8D3E-E1CCC6E1AFC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2E19B7A-DD43-4AA2-AF99-3DC5A0F542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graphicEl>
                                              <a:dgm id="{72E19B7A-DD43-4AA2-AF99-3DC5A0F5420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A9EE315-EAE4-49B6-BBD2-49E68ABD23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graphicEl>
                                              <a:dgm id="{BA9EE315-EAE4-49B6-BBD2-49E68ABD236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ตัวยึดเนื้อหา 3"/>
          <p:cNvGraphicFramePr>
            <a:graphicFrameLocks noGrp="1"/>
          </p:cNvGraphicFramePr>
          <p:nvPr>
            <p:ph idx="1"/>
          </p:nvPr>
        </p:nvGraphicFramePr>
        <p:xfrm>
          <a:off x="142844" y="1000108"/>
          <a:ext cx="8929718" cy="58578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363" name="ชื่อเรื่อง 1"/>
          <p:cNvSpPr>
            <a:spLocks noGrp="1"/>
          </p:cNvSpPr>
          <p:nvPr>
            <p:ph type="title"/>
          </p:nvPr>
        </p:nvSpPr>
        <p:spPr>
          <a:xfrm>
            <a:off x="714375" y="0"/>
            <a:ext cx="7900988" cy="928688"/>
          </a:xfrm>
        </p:spPr>
        <p:txBody>
          <a:bodyPr/>
          <a:lstStyle/>
          <a:p>
            <a:r>
              <a:rPr lang="th-TH" sz="3200" b="1" smtClean="0">
                <a:latin typeface="TH SarabunPSK" pitchFamily="34" charset="-34"/>
                <a:cs typeface="TH SarabunPSK" pitchFamily="34" charset="-34"/>
              </a:rPr>
              <a:t>ห่วงโซ่แห่งการครอบครองวัตถุพยาน</a:t>
            </a:r>
            <a:br>
              <a:rPr lang="th-TH" sz="3200" b="1" smtClean="0">
                <a:latin typeface="TH SarabunPSK" pitchFamily="34" charset="-34"/>
                <a:cs typeface="TH SarabunPSK" pitchFamily="34" charset="-34"/>
              </a:rPr>
            </a:br>
            <a:r>
              <a:rPr lang="en-US" sz="3200" b="1" smtClean="0">
                <a:latin typeface="TH SarabunPSK" pitchFamily="34" charset="-34"/>
                <a:cs typeface="TH SarabunPSK" pitchFamily="34" charset="-34"/>
              </a:rPr>
              <a:t>Chain of Custody</a:t>
            </a:r>
            <a:endParaRPr lang="th-TH" sz="3200" b="1" smtClean="0">
              <a:latin typeface="TH SarabunPSK" pitchFamily="34" charset="-34"/>
              <a:cs typeface="TH SarabunPSK" pitchFamily="34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21451AD-0E0E-4CFA-AC87-7D0277FE28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F21451AD-0E0E-4CFA-AC87-7D0277FE28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F21451AD-0E0E-4CFA-AC87-7D0277FE28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4F7FEB6-8A7B-4852-8691-E497442086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74F7FEB6-8A7B-4852-8691-E497442086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74F7FEB6-8A7B-4852-8691-E497442086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71DA171-5932-4401-95F7-D88D25F6A8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graphicEl>
                                              <a:dgm id="{371DA171-5932-4401-95F7-D88D25F6A8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graphicEl>
                                              <a:dgm id="{371DA171-5932-4401-95F7-D88D25F6A8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981BBBC-A6E4-4D0E-83F4-C7DF8F1072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graphicEl>
                                              <a:dgm id="{4981BBBC-A6E4-4D0E-83F4-C7DF8F1072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graphicEl>
                                              <a:dgm id="{4981BBBC-A6E4-4D0E-83F4-C7DF8F1072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8D3DF63-128A-45B5-A0DD-C8196CCE99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graphicEl>
                                              <a:dgm id="{18D3DF63-128A-45B5-A0DD-C8196CCE99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graphicEl>
                                              <a:dgm id="{18D3DF63-128A-45B5-A0DD-C8196CCE99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9AA0754-5FF1-4929-9CD5-C3E22D76D5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graphicEl>
                                              <a:dgm id="{89AA0754-5FF1-4929-9CD5-C3E22D76D5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graphicEl>
                                              <a:dgm id="{89AA0754-5FF1-4929-9CD5-C3E22D76D5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E07EE0D-6362-4297-9DA7-867DB140EB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graphicEl>
                                              <a:dgm id="{7E07EE0D-6362-4297-9DA7-867DB140EB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graphicEl>
                                              <a:dgm id="{7E07EE0D-6362-4297-9DA7-867DB140EB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40F0CED-833E-4166-B1F6-8090FE0A5E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graphicEl>
                                              <a:dgm id="{240F0CED-833E-4166-B1F6-8090FE0A5E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graphicEl>
                                              <a:dgm id="{240F0CED-833E-4166-B1F6-8090FE0A5E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ชื่อเรื่อง 1"/>
          <p:cNvSpPr>
            <a:spLocks noGrp="1"/>
          </p:cNvSpPr>
          <p:nvPr>
            <p:ph type="title"/>
          </p:nvPr>
        </p:nvSpPr>
        <p:spPr>
          <a:xfrm>
            <a:off x="457200" y="71438"/>
            <a:ext cx="8229600" cy="1143000"/>
          </a:xfrm>
        </p:spPr>
        <p:txBody>
          <a:bodyPr/>
          <a:lstStyle/>
          <a:p>
            <a:r>
              <a:rPr lang="th-TH" sz="4000" b="1" smtClean="0">
                <a:latin typeface="TH SarabunPSK" pitchFamily="34" charset="-34"/>
                <a:cs typeface="TH SarabunPSK" pitchFamily="34" charset="-34"/>
              </a:rPr>
              <a:t>ห่วงโซ่แห่งการครอบครองวัตถุพยาน</a:t>
            </a:r>
            <a:br>
              <a:rPr lang="th-TH" sz="4000" b="1" smtClean="0">
                <a:latin typeface="TH SarabunPSK" pitchFamily="34" charset="-34"/>
                <a:cs typeface="TH SarabunPSK" pitchFamily="34" charset="-34"/>
              </a:rPr>
            </a:br>
            <a:r>
              <a:rPr lang="en-US" sz="4000" b="1" smtClean="0">
                <a:latin typeface="TH SarabunPSK" pitchFamily="34" charset="-34"/>
                <a:cs typeface="TH SarabunPSK" pitchFamily="34" charset="-34"/>
              </a:rPr>
              <a:t>Chain of Custody</a:t>
            </a:r>
            <a:endParaRPr lang="th-TH" sz="4000" b="1" smtClean="0">
              <a:latin typeface="TH SarabunPSK" pitchFamily="34" charset="-34"/>
              <a:cs typeface="TH SarabunPSK" pitchFamily="34" charset="-34"/>
            </a:endParaRPr>
          </a:p>
        </p:txBody>
      </p:sp>
      <p:graphicFrame>
        <p:nvGraphicFramePr>
          <p:cNvPr id="5" name="ไดอะแกรม 4"/>
          <p:cNvGraphicFramePr/>
          <p:nvPr/>
        </p:nvGraphicFramePr>
        <p:xfrm>
          <a:off x="285720" y="214290"/>
          <a:ext cx="8643998" cy="6357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D3BF45A-51F8-4A19-9FD9-9CE6369BD1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4D3BF45A-51F8-4A19-9FD9-9CE6369BD18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932A977-D7DE-4E76-82F1-BD2F27B329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4932A977-D7DE-4E76-82F1-BD2F27B3295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6D0D0F5-7FD5-4CE1-8EBA-43A8889B28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A6D0D0F5-7FD5-4CE1-8EBA-43A8889B28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3DA9456-08D4-45A2-88D1-DFFFB03066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>
                                            <p:graphicEl>
                                              <a:dgm id="{23DA9456-08D4-45A2-88D1-DFFFB03066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94F87D7-BEC0-45EF-9012-7A1696BF61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>
                                            <p:graphicEl>
                                              <a:dgm id="{E94F87D7-BEC0-45EF-9012-7A1696BF612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C1087C1-3D0B-4CE5-BA55-4B6E7B10FA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">
                                            <p:graphicEl>
                                              <a:dgm id="{FC1087C1-3D0B-4CE5-BA55-4B6E7B10FAF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400D00F-CB87-4493-BC81-F0D19E1839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">
                                            <p:graphicEl>
                                              <a:dgm id="{D400D00F-CB87-4493-BC81-F0D19E18396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D1F8388-0100-480E-A6E3-0D7EB20047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">
                                            <p:graphicEl>
                                              <a:dgm id="{CD1F8388-0100-480E-A6E3-0D7EB20047C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7E7D9EB-E2D6-4EF5-B81F-3A4A62B072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">
                                            <p:graphicEl>
                                              <a:dgm id="{77E7D9EB-E2D6-4EF5-B81F-3A4A62B0727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E6AC8C6-BD58-48FD-90E2-B050180D14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">
                                            <p:graphicEl>
                                              <a:dgm id="{2E6AC8C6-BD58-48FD-90E2-B050180D147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9F8D537-796A-413F-BDB3-470D686EF9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">
                                            <p:graphicEl>
                                              <a:dgm id="{19F8D537-796A-413F-BDB3-470D686EF9A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รูปภาพ 2" descr="1039058_3370064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5400"/>
            <a:ext cx="9144000" cy="690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428625" y="2643188"/>
            <a:ext cx="8215313" cy="1785937"/>
          </a:xfrm>
        </p:spPr>
        <p:txBody>
          <a:bodyPr/>
          <a:lstStyle/>
          <a:p>
            <a:r>
              <a:rPr lang="th-TH" sz="7200" b="1" dirty="0" smtClean="0">
                <a:solidFill>
                  <a:srgbClr val="FFFF00"/>
                </a:solidFill>
                <a:latin typeface="TH Mali Grade 6" panose="02000506000000020004" pitchFamily="2" charset="-34"/>
                <a:cs typeface="TH Mali Grade 6" panose="02000506000000020004" pitchFamily="2" charset="-34"/>
              </a:rPr>
              <a:t>การตรวจศพในสถานที่พบศพ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รูปภาพ 4" descr="026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4563" y="-327025"/>
            <a:ext cx="4867275" cy="747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ชื่อเรื่อง 1"/>
          <p:cNvSpPr>
            <a:spLocks noGrp="1"/>
          </p:cNvSpPr>
          <p:nvPr>
            <p:ph type="title"/>
          </p:nvPr>
        </p:nvSpPr>
        <p:spPr>
          <a:xfrm>
            <a:off x="1928813" y="0"/>
            <a:ext cx="5257800" cy="703263"/>
          </a:xfrm>
        </p:spPr>
        <p:txBody>
          <a:bodyPr/>
          <a:lstStyle/>
          <a:p>
            <a:r>
              <a:rPr lang="th-TH" sz="3600" b="1" smtClean="0">
                <a:solidFill>
                  <a:srgbClr val="FF0000"/>
                </a:solidFill>
                <a:latin typeface="TH SarabunPSK" pitchFamily="34" charset="-34"/>
                <a:cs typeface="TH SarabunPSK" pitchFamily="34" charset="-34"/>
              </a:rPr>
              <a:t>พฤติการณ์การตาย</a:t>
            </a:r>
          </a:p>
        </p:txBody>
      </p:sp>
      <p:graphicFrame>
        <p:nvGraphicFramePr>
          <p:cNvPr id="4" name="ตัวยึดเนื้อหา 3"/>
          <p:cNvGraphicFramePr>
            <a:graphicFrameLocks noGrp="1"/>
          </p:cNvGraphicFramePr>
          <p:nvPr>
            <p:ph idx="1"/>
          </p:nvPr>
        </p:nvGraphicFramePr>
        <p:xfrm>
          <a:off x="214282" y="571480"/>
          <a:ext cx="8715436" cy="6072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093CD02-CD35-44CC-B42A-A1B5345111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4093CD02-CD35-44CC-B42A-A1B53451117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3360708-19B1-44AE-B49E-AFF24EBBEA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F3360708-19B1-44AE-B49E-AFF24EBBEAD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2967EC1-10DF-4096-A2F9-2634E07990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graphicEl>
                                              <a:dgm id="{B2967EC1-10DF-4096-A2F9-2634E07990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1FB2470-14EF-444A-B2EC-188530BC0C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graphicEl>
                                              <a:dgm id="{D1FB2470-14EF-444A-B2EC-188530BC0C5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FC45607-5CE4-48C0-8AB6-604EBAF590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graphicEl>
                                              <a:dgm id="{3FC45607-5CE4-48C0-8AB6-604EBAF590C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3222E29-6FFA-49FE-A636-7B11CC11FA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>
                                            <p:graphicEl>
                                              <a:dgm id="{83222E29-6FFA-49FE-A636-7B11CC11FA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412776"/>
            <a:ext cx="8136904" cy="3600400"/>
          </a:xfrm>
        </p:spPr>
        <p:txBody>
          <a:bodyPr/>
          <a:lstStyle/>
          <a:p>
            <a:pPr lvl="4"/>
            <a:r>
              <a:rPr lang="th-TH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พยานวัตถุที่มีรูปแบบ </a:t>
            </a:r>
            <a:r>
              <a:rPr lang="en-US" altLang="en-US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/>
            </a:r>
            <a:br>
              <a:rPr lang="en-US" altLang="en-US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</a:br>
            <a:r>
              <a:rPr lang="th-TH" altLang="en-US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( </a:t>
            </a:r>
            <a:r>
              <a:rPr lang="en-US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Pattern evidence </a:t>
            </a:r>
            <a:r>
              <a:rPr lang="th-TH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)</a:t>
            </a:r>
            <a:br>
              <a:rPr lang="th-TH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</a:br>
            <a:endParaRPr lang="en-US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Mali Grade 6" panose="02000506000000020004" pitchFamily="2" charset="-34"/>
              <a:cs typeface="TH Mali Grade 6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670696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รูปภาพ 3" descr="Blood_Fest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TextBox 4"/>
          <p:cNvSpPr txBox="1">
            <a:spLocks noChangeArrowheads="1"/>
          </p:cNvSpPr>
          <p:nvPr/>
        </p:nvSpPr>
        <p:spPr bwMode="auto">
          <a:xfrm>
            <a:off x="971600" y="5158347"/>
            <a:ext cx="8064896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9pPr>
          </a:lstStyle>
          <a:p>
            <a:pPr algn="ctr" eaLnBrk="1" hangingPunct="1"/>
            <a:r>
              <a:rPr lang="th-TH" sz="5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การวิเคราะห์ร่องรอยหยด</a:t>
            </a:r>
            <a:r>
              <a:rPr lang="th-TH" sz="5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เลือด</a:t>
            </a:r>
            <a:endParaRPr lang="th-TH" altLang="en-US" sz="5400" dirty="0">
              <a:latin typeface="Angsana New" pitchFamily="18" charset="-34"/>
            </a:endParaRPr>
          </a:p>
          <a:p>
            <a:pPr eaLnBrk="1" hangingPunct="1"/>
            <a:endParaRPr lang="th-TH" sz="5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Mali Grade 6" panose="02000506000000020004" pitchFamily="2" charset="-34"/>
              <a:cs typeface="TH Mali Grade 6" panose="02000506000000020004" pitchFamily="2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allAtOnce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2696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5736" y="44624"/>
            <a:ext cx="41044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การตรวจหารอยเลือด</a:t>
            </a:r>
            <a:endParaRPr lang="en-US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Mali Grade 6" panose="02000506000000020004" pitchFamily="2" charset="-34"/>
              <a:cs typeface="TH Mali Grade 6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840301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3253" y="3717032"/>
            <a:ext cx="3914723" cy="282010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965951"/>
            <a:ext cx="3480387" cy="25922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luminol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361995"/>
            <a:ext cx="1974901" cy="18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/>
          <p:cNvSpPr/>
          <p:nvPr/>
        </p:nvSpPr>
        <p:spPr>
          <a:xfrm>
            <a:off x="257347" y="3717032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h-TH" sz="24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ลู</a:t>
            </a:r>
            <a:r>
              <a:rPr lang="th-TH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มิ</a:t>
            </a:r>
            <a:r>
              <a:rPr lang="th-TH" sz="24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นอล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 (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Luminol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 C</a:t>
            </a:r>
            <a:r>
              <a:rPr lang="en-US" sz="2400" baseline="-25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8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</a:t>
            </a:r>
            <a:r>
              <a:rPr lang="en-US" sz="2400" baseline="-25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7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N</a:t>
            </a:r>
            <a:r>
              <a:rPr lang="en-US" sz="2400" baseline="-25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</a:t>
            </a:r>
            <a:r>
              <a:rPr lang="en-US" sz="2400" baseline="-25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2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)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เป็นสารเคมีที่สามารถตรวจพบร่องรอยของเลือดได้ จะทำปฏิกิริยากับไฮโดรเจน</a:t>
            </a:r>
            <a:r>
              <a:rPr lang="th-TH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เปอร์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ออกไซด์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 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เป็นกระบวนการที่พลังงานของสารเริ่มต้นมากกว่าสารผลิตภัณฑ์ ทำให้โมเลกุลคายพลังงานที่เหลือออกมาในรูปแบบ</a:t>
            </a:r>
            <a:r>
              <a:rPr lang="th-TH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ของโฟ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ตอนแสง โดยเหล็กที่อยู่ในฮีโมโกลบินในเลือดจะเป็นตัวเร่งปฏิกิริยา ทำให้การเรืองแสงเด่นชัดขึ้น 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79812" y="44624"/>
            <a:ext cx="35283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การตรวจหารอยเลือด</a:t>
            </a:r>
            <a:endParaRPr lang="en-US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Mali Grade 6" panose="02000506000000020004" pitchFamily="2" charset="-34"/>
              <a:cs typeface="TH Mali Grade 6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918841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132856"/>
            <a:ext cx="4098032" cy="35615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22208" y="2132856"/>
            <a:ext cx="4098264" cy="35283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879812" y="44624"/>
            <a:ext cx="35283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การตรวจหารอยเลือด</a:t>
            </a:r>
            <a:endParaRPr lang="en-US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Mali Grade 6" panose="02000506000000020004" pitchFamily="2" charset="-34"/>
              <a:cs typeface="TH Mali Grade 6" panose="02000506000000020004" pitchFamily="2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9592" y="1251604"/>
            <a:ext cx="6840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b="1" dirty="0" smtClean="0">
                <a:latin typeface="TH Mali Grade 6" panose="02000506000000020004" pitchFamily="2" charset="-34"/>
                <a:cs typeface="TH Mali Grade 6" panose="02000506000000020004" pitchFamily="2" charset="-34"/>
              </a:rPr>
              <a:t>ผลจากการตรวจสอบ</a:t>
            </a:r>
            <a:r>
              <a:rPr lang="th-TH" b="1" dirty="0" err="1" smtClean="0">
                <a:latin typeface="TH Mali Grade 6" panose="02000506000000020004" pitchFamily="2" charset="-34"/>
                <a:cs typeface="TH Mali Grade 6" panose="02000506000000020004" pitchFamily="2" charset="-34"/>
              </a:rPr>
              <a:t>ด้วยลู</a:t>
            </a:r>
            <a:r>
              <a:rPr lang="th-TH" b="1" dirty="0" smtClean="0">
                <a:latin typeface="TH Mali Grade 6" panose="02000506000000020004" pitchFamily="2" charset="-34"/>
                <a:cs typeface="TH Mali Grade 6" panose="02000506000000020004" pitchFamily="2" charset="-34"/>
              </a:rPr>
              <a:t>มิ</a:t>
            </a:r>
            <a:r>
              <a:rPr lang="th-TH" b="1" dirty="0" err="1" smtClean="0">
                <a:latin typeface="TH Mali Grade 6" panose="02000506000000020004" pitchFamily="2" charset="-34"/>
                <a:cs typeface="TH Mali Grade 6" panose="02000506000000020004" pitchFamily="2" charset="-34"/>
              </a:rPr>
              <a:t>นอล</a:t>
            </a:r>
            <a:endParaRPr lang="en-US" b="1" dirty="0">
              <a:latin typeface="TH Mali Grade 6" panose="02000506000000020004" pitchFamily="2" charset="-34"/>
              <a:cs typeface="TH Mali Grade 6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115117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7280" y="116632"/>
            <a:ext cx="6923112" cy="940966"/>
          </a:xfrm>
        </p:spPr>
        <p:txBody>
          <a:bodyPr/>
          <a:lstStyle/>
          <a:p>
            <a:r>
              <a:rPr lang="th-TH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อัตราเร็วของการกระจายของเลือด</a:t>
            </a:r>
            <a:endParaRPr 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9552" y="1052736"/>
            <a:ext cx="79208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อัตราเร็ว คือ ค่าของความแรงที่มากระทำกับแหล่งกำเนิดรอยเลือด ซึ่งเป็นเหตุผลที่ทำให้เลือดมีการเคลื่อนที่ผิดปกติไปจากอัตราเร็วของเลือด ซึ่งจะวัดในหน่วยฟุตต่อวินาที หรือเมตรต่อวินาที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9552" y="2060848"/>
            <a:ext cx="820891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อัตราเร็วของการกระจายของเลือดแบ่งออกเป็น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3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ประเภทด้วยกัน </a:t>
            </a:r>
            <a:r>
              <a:rPr lang="th-TH" sz="2400" dirty="0" smtClean="0">
                <a:latin typeface="TH SarabunPSK" panose="020B0500040200020003" pitchFamily="34" charset="-34"/>
                <a:cs typeface="TH SarabunPSK" panose="020B0500040200020003" pitchFamily="34" charset="-34"/>
              </a:rPr>
              <a:t>ดังนี้</a:t>
            </a:r>
            <a:endParaRPr lang="th-TH" b="1" dirty="0" smtClean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b="1" dirty="0" smtClean="0">
                <a:latin typeface="TH SarabunPSK" panose="020B0500040200020003" pitchFamily="34" charset="-34"/>
                <a:cs typeface="TH SarabunPSK" panose="020B0500040200020003" pitchFamily="34" charset="-34"/>
              </a:rPr>
              <a:t>Low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Velocity Impact Spatter (LVIS)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dirty="0" smtClean="0">
                <a:latin typeface="TH SarabunPSK" panose="020B0500040200020003" pitchFamily="34" charset="-34"/>
                <a:cs typeface="TH SarabunPSK" panose="020B0500040200020003" pitchFamily="34" charset="-34"/>
              </a:rPr>
              <a:t>  จะมีขนาดประมาณ </a:t>
            </a:r>
            <a:r>
              <a:rPr lang="en-US" dirty="0" smtClean="0">
                <a:latin typeface="TH SarabunPSK" panose="020B0500040200020003" pitchFamily="34" charset="-34"/>
                <a:cs typeface="TH SarabunPSK" panose="020B0500040200020003" pitchFamily="34" charset="-34"/>
              </a:rPr>
              <a:t>4  </a:t>
            </a:r>
            <a:r>
              <a:rPr lang="th-TH" dirty="0" err="1" smtClean="0">
                <a:latin typeface="TH SarabunPSK" panose="020B0500040200020003" pitchFamily="34" charset="-34"/>
                <a:cs typeface="TH SarabunPSK" panose="020B0500040200020003" pitchFamily="34" charset="-34"/>
              </a:rPr>
              <a:t>มม</a:t>
            </a:r>
            <a:r>
              <a:rPr lang="th-TH" dirty="0" smtClean="0">
                <a:latin typeface="TH SarabunPSK" panose="020B0500040200020003" pitchFamily="34" charset="-34"/>
                <a:cs typeface="TH SarabunPSK" panose="020B0500040200020003" pitchFamily="34" charset="-34"/>
              </a:rPr>
              <a:t>. หรือใหญ่กว่า</a:t>
            </a:r>
          </a:p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Medium Velocity Impact Spatter (MVIS</a:t>
            </a:r>
            <a:r>
              <a:rPr lang="en-US" b="1" dirty="0" smtClean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r>
              <a:rPr lang="th-TH" b="1" dirty="0" smtClean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จะมีขนาดประมาณ </a:t>
            </a:r>
            <a:r>
              <a:rPr lang="en-US" dirty="0" smtClean="0">
                <a:latin typeface="TH SarabunPSK" panose="020B0500040200020003" pitchFamily="34" charset="-34"/>
                <a:cs typeface="TH SarabunPSK" panose="020B0500040200020003" pitchFamily="34" charset="-34"/>
              </a:rPr>
              <a:t>1-3  </a:t>
            </a:r>
            <a:r>
              <a:rPr lang="th-TH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มม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. </a:t>
            </a:r>
            <a:endParaRPr lang="th-TH" b="1" dirty="0" smtClean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High Velocity Impact Spatter (HVIS)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จะมีขนาดประมาณ </a:t>
            </a:r>
            <a:r>
              <a:rPr lang="en-US" dirty="0" smtClean="0">
                <a:latin typeface="TH SarabunPSK" panose="020B0500040200020003" pitchFamily="34" charset="-34"/>
                <a:cs typeface="TH SarabunPSK" panose="020B0500040200020003" pitchFamily="34" charset="-34"/>
              </a:rPr>
              <a:t>1 </a:t>
            </a:r>
            <a:r>
              <a:rPr lang="th-TH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มม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. 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4149080"/>
            <a:ext cx="2687960" cy="215036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3497" y="4149080"/>
            <a:ext cx="2712640" cy="215036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4176228"/>
            <a:ext cx="3083496" cy="212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066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 descr="http://mail.vcharkarn.com/userfiles/193498/bloodstain-elongate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4" t="9781" r="1914" b="3860"/>
          <a:stretch/>
        </p:blipFill>
        <p:spPr bwMode="auto">
          <a:xfrm>
            <a:off x="1331640" y="1104157"/>
            <a:ext cx="6192688" cy="545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99592" y="-27384"/>
            <a:ext cx="75608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รูปแบบการกระจายของเลือด ( </a:t>
            </a:r>
            <a:r>
              <a:rPr lang="en-US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Blood spatter pattern </a:t>
            </a:r>
            <a:r>
              <a:rPr lang="th-TH" alt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)</a:t>
            </a:r>
          </a:p>
          <a:p>
            <a:endParaRPr 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50693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รูปภาพ 3" descr="00230086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104" y="1843088"/>
            <a:ext cx="3152404" cy="2810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4" name="TextBox 7"/>
          <p:cNvSpPr txBox="1">
            <a:spLocks noChangeArrowheads="1"/>
          </p:cNvSpPr>
          <p:nvPr/>
        </p:nvSpPr>
        <p:spPr bwMode="auto">
          <a:xfrm>
            <a:off x="1143000" y="642938"/>
            <a:ext cx="164306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sz="7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itchFamily="2" charset="-34"/>
                <a:cs typeface="TH Mali Grade 6" pitchFamily="2" charset="-34"/>
              </a:rPr>
              <a:t>องศา</a:t>
            </a:r>
            <a:r>
              <a:rPr lang="th-TH" sz="7200" b="1" dirty="0">
                <a:solidFill>
                  <a:srgbClr val="FF0000"/>
                </a:solidFill>
                <a:latin typeface="TH SarabunPSK" pitchFamily="34" charset="-34"/>
                <a:cs typeface="TH SarabunPSK" pitchFamily="34" charset="-34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99592" y="-27384"/>
            <a:ext cx="75608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รูปแบบการกระจายของเลือด ( </a:t>
            </a:r>
            <a:r>
              <a:rPr lang="en-US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Blood spatter pattern </a:t>
            </a:r>
            <a:r>
              <a:rPr lang="th-TH" alt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)</a:t>
            </a:r>
          </a:p>
          <a:p>
            <a:endParaRPr 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0" name="Picture 2" descr="http://mail.vcharkarn.com/userfiles/193498/bloodstain-angle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5" b="6505"/>
          <a:stretch/>
        </p:blipFill>
        <p:spPr bwMode="auto">
          <a:xfrm>
            <a:off x="4067944" y="980728"/>
            <a:ext cx="4680520" cy="45527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539553" y="5733256"/>
            <a:ext cx="82089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ัตราส่วนระหว่างความกว้างและความยาวของรอยเลือดแต่ละหยดจึงสามารถคำนวณย้อนได้ว่าตอนที่เลือดตกกระทบทำมุมกับพื้น</a:t>
            </a:r>
            <a:r>
              <a:rPr lang="th-TH" sz="2400" dirty="0" smtClean="0">
                <a:latin typeface="TH SarabunPSK" panose="020B0500040200020003" pitchFamily="34" charset="-34"/>
                <a:cs typeface="TH SarabunPSK" panose="020B0500040200020003" pitchFamily="34" charset="-34"/>
              </a:rPr>
              <a:t>เท่าใด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mail.vcharkarn.com/userfiles/193498/bloodstain-angle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5" b="6505"/>
          <a:stretch/>
        </p:blipFill>
        <p:spPr bwMode="auto">
          <a:xfrm>
            <a:off x="755576" y="846544"/>
            <a:ext cx="3528392" cy="34320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4524788" y="1484784"/>
            <a:ext cx="422367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sz="2400" dirty="0" smtClean="0">
                <a:latin typeface="TH SarabunPSK" panose="020B0500040200020003" pitchFamily="34" charset="-34"/>
                <a:cs typeface="TH SarabunPSK" panose="020B0500040200020003" pitchFamily="34" charset="-34"/>
              </a:rPr>
              <a:t>ตัวอย่าง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หยดเลือดกว้าง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2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มิลลิเมตร ยาว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4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มิลลิเมตร  เมื่อเทียบกับภาพด้านล่างจะเห็นว่าด้านยาวของรอยเลือดก็คือ ด้าน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AB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ส่วนด้านกว้างก็คือ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AC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ดังนั้นหากต้องการทราบมุม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B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สามารถหาได้จาก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AC/AB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หรือก็คือ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Sin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ของมุม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B </a:t>
            </a:r>
          </a:p>
        </p:txBody>
      </p:sp>
      <p:sp>
        <p:nvSpPr>
          <p:cNvPr id="6" name="Rectangle 5"/>
          <p:cNvSpPr/>
          <p:nvPr/>
        </p:nvSpPr>
        <p:spPr>
          <a:xfrm>
            <a:off x="323528" y="4653136"/>
            <a:ext cx="4968552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             </a:t>
            </a:r>
            <a:r>
              <a:rPr lang="en-US" sz="3200" dirty="0"/>
              <a:t> </a:t>
            </a:r>
            <a:r>
              <a:rPr lang="th-TH" sz="2400" dirty="0" smtClean="0">
                <a:latin typeface="TH SarabunPSK" panose="020B0500040200020003" pitchFamily="34" charset="-34"/>
                <a:cs typeface="TH SarabunPSK" panose="020B0500040200020003" pitchFamily="34" charset="-34"/>
              </a:rPr>
              <a:t>มุม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ตกกระทบ =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arcsin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2/4</a:t>
            </a:r>
            <a:b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                                          =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arcsin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0.5</a:t>
            </a:r>
            <a:b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                                          = 30</a:t>
            </a:r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°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             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แสดงว่าหยดเลือดนี้กระทบพื้นที่มุม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30 </a:t>
            </a:r>
            <a:r>
              <a:rPr lang="th-TH" sz="2400" dirty="0" smtClean="0">
                <a:latin typeface="TH SarabunPSK" panose="020B0500040200020003" pitchFamily="34" charset="-34"/>
                <a:cs typeface="TH SarabunPSK" panose="020B0500040200020003" pitchFamily="34" charset="-34"/>
              </a:rPr>
              <a:t>องศา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29250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4" descr="f250715898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412776"/>
            <a:ext cx="2520280" cy="47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8"/>
          <p:cNvSpPr txBox="1">
            <a:spLocks noChangeArrowheads="1"/>
          </p:cNvSpPr>
          <p:nvPr/>
        </p:nvSpPr>
        <p:spPr bwMode="auto">
          <a:xfrm>
            <a:off x="3059832" y="44624"/>
            <a:ext cx="314325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itchFamily="2" charset="-34"/>
                <a:cs typeface="TH Mali Grade 6" pitchFamily="2" charset="-34"/>
              </a:rPr>
              <a:t>ทิศทางการเคลื่อนที่ </a:t>
            </a:r>
          </a:p>
        </p:txBody>
      </p:sp>
      <p:pic>
        <p:nvPicPr>
          <p:cNvPr id="6" name="รูปภาพ 5" descr="Blood-Spatter-Intersect-400x417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897143"/>
            <a:ext cx="2878137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รูปภาพ 6" descr="images (3)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4129024"/>
            <a:ext cx="2889250" cy="235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3648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รูปภาพ 3" descr="target_surface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438" y="857250"/>
            <a:ext cx="3419475" cy="497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5" name="รูปภาพ 4" descr="0f68158f1e2d4426a2d0d638bb44a226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2188" y="3500438"/>
            <a:ext cx="2571750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รูปภาพ 5" descr="images (1)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0" y="0"/>
            <a:ext cx="4000500" cy="299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TextBox 6"/>
          <p:cNvSpPr txBox="1">
            <a:spLocks noChangeArrowheads="1"/>
          </p:cNvSpPr>
          <p:nvPr/>
        </p:nvSpPr>
        <p:spPr bwMode="auto">
          <a:xfrm>
            <a:off x="1000125" y="5572125"/>
            <a:ext cx="19240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ไม่เกิน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20</a:t>
            </a:r>
            <a:r>
              <a:rPr lang="th-TH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 </a:t>
            </a:r>
            <a:r>
              <a:rPr lang="th-TH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นิ้ว</a:t>
            </a:r>
          </a:p>
        </p:txBody>
      </p:sp>
      <p:sp>
        <p:nvSpPr>
          <p:cNvPr id="23558" name="TextBox 7"/>
          <p:cNvSpPr txBox="1">
            <a:spLocks noChangeArrowheads="1"/>
          </p:cNvSpPr>
          <p:nvPr/>
        </p:nvSpPr>
        <p:spPr bwMode="auto">
          <a:xfrm>
            <a:off x="6500813" y="2286000"/>
            <a:ext cx="18573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ไม่เกิน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20</a:t>
            </a:r>
            <a:r>
              <a:rPr lang="th-TH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 </a:t>
            </a:r>
            <a:r>
              <a:rPr lang="th-TH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นิ้ว</a:t>
            </a:r>
          </a:p>
        </p:txBody>
      </p:sp>
      <p:sp>
        <p:nvSpPr>
          <p:cNvPr id="23559" name="TextBox 8"/>
          <p:cNvSpPr txBox="1">
            <a:spLocks noChangeArrowheads="1"/>
          </p:cNvSpPr>
          <p:nvPr/>
        </p:nvSpPr>
        <p:spPr bwMode="auto">
          <a:xfrm>
            <a:off x="3071813" y="5572125"/>
            <a:ext cx="1571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60</a:t>
            </a:r>
            <a:r>
              <a:rPr lang="th-TH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-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80</a:t>
            </a:r>
            <a:r>
              <a:rPr lang="th-TH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 </a:t>
            </a:r>
            <a:r>
              <a:rPr lang="th-TH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นิ้ว</a:t>
            </a:r>
          </a:p>
        </p:txBody>
      </p:sp>
      <p:sp>
        <p:nvSpPr>
          <p:cNvPr id="23560" name="TextBox 9"/>
          <p:cNvSpPr txBox="1">
            <a:spLocks noChangeArrowheads="1"/>
          </p:cNvSpPr>
          <p:nvPr/>
        </p:nvSpPr>
        <p:spPr bwMode="auto">
          <a:xfrm>
            <a:off x="6786563" y="5857875"/>
            <a:ext cx="1571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60</a:t>
            </a:r>
            <a:r>
              <a:rPr lang="th-TH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-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80</a:t>
            </a:r>
            <a:r>
              <a:rPr lang="th-TH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 </a:t>
            </a:r>
            <a:r>
              <a:rPr lang="th-TH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นิ้ว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27984" y="2809875"/>
            <a:ext cx="1800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6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itchFamily="2" charset="-34"/>
                <a:cs typeface="TH Mali Grade 6" pitchFamily="2" charset="-34"/>
              </a:rPr>
              <a:t>ความสูง</a:t>
            </a:r>
            <a:endParaRPr lang="en-US" sz="6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Mali Grade 6" pitchFamily="2" charset="-34"/>
              <a:cs typeface="TH Mali Grade 6" pitchFamily="2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3" descr="http://mail.vcharkarn.com/userfiles/193498/image/bloodstain-converge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1" b="3977"/>
          <a:stretch/>
        </p:blipFill>
        <p:spPr bwMode="auto">
          <a:xfrm>
            <a:off x="2411760" y="1241795"/>
            <a:ext cx="4608512" cy="41762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8"/>
          <p:cNvSpPr txBox="1">
            <a:spLocks noChangeArrowheads="1"/>
          </p:cNvSpPr>
          <p:nvPr/>
        </p:nvSpPr>
        <p:spPr bwMode="auto">
          <a:xfrm>
            <a:off x="971600" y="211287"/>
            <a:ext cx="756084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itchFamily="2" charset="-34"/>
                <a:cs typeface="TH Mali Grade 6" pitchFamily="2" charset="-34"/>
              </a:rPr>
              <a:t>การคำนวณหาความสูงของแหล่งที่มา อย่างละเอียด </a:t>
            </a:r>
            <a:endParaRPr lang="th-TH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Mali Grade 6" pitchFamily="2" charset="-34"/>
              <a:cs typeface="TH Mali Grade 6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757986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2232" y="0"/>
            <a:ext cx="3436224" cy="447254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10312" y="4169505"/>
            <a:ext cx="5868144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ค่าที่นำมาใช้คำนวณมีดังนี้</a:t>
            </a:r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/>
            </a:r>
            <a:b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 </a:t>
            </a:r>
            <a:r>
              <a:rPr lang="th-TH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ความสูงของตำแหน่งที่เลือดเริ่มกระเซ็นออกจากร่างกายเหยื่อ (</a:t>
            </a:r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Z</a:t>
            </a:r>
            <a:r>
              <a:rPr lang="en-US" sz="2400" b="1" baseline="-25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0</a:t>
            </a:r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b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2 Tan </a:t>
            </a:r>
            <a:r>
              <a:rPr lang="th-TH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ของมุมที่เลือดหยดที่ </a:t>
            </a:r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 </a:t>
            </a:r>
            <a:r>
              <a:rPr lang="th-TH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ตกกระทบพื้น (</a:t>
            </a:r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τ</a:t>
            </a:r>
            <a:r>
              <a:rPr lang="en-US" sz="2400" b="1" baseline="-25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1</a:t>
            </a:r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b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3 Tan </a:t>
            </a:r>
            <a:r>
              <a:rPr lang="th-TH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ของมุมที่เลือดหยดที่ </a:t>
            </a:r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2 </a:t>
            </a:r>
            <a:r>
              <a:rPr lang="th-TH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ตกกระทบพื้น (</a:t>
            </a:r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τ</a:t>
            </a:r>
            <a:r>
              <a:rPr lang="en-US" sz="2400" b="1" baseline="-25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2</a:t>
            </a:r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</a:p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4 </a:t>
            </a:r>
            <a:r>
              <a:rPr lang="th-TH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ระยะทางตามแนวราบจากร่างกายไปยังจุดที่ </a:t>
            </a:r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 (r</a:t>
            </a:r>
            <a:r>
              <a:rPr lang="en-US" sz="2400" b="1" baseline="-25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1</a:t>
            </a:r>
            <a:r>
              <a:rPr lang="en-US" sz="2400" b="1" dirty="0" smtClean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endParaRPr lang="th-TH" sz="2400" b="1" dirty="0" smtClean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5 </a:t>
            </a:r>
            <a:r>
              <a:rPr lang="th-TH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ระยะทางตามแนวราบจากร่างกายไปยังจุดที่ </a:t>
            </a:r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 (r</a:t>
            </a:r>
            <a:r>
              <a:rPr lang="en-US" sz="2400" b="1" baseline="-25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2</a:t>
            </a:r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</a:p>
          <a:p>
            <a:r>
              <a:rPr lang="en-US" dirty="0"/>
              <a:t>              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13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000020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60" t="3733" r="14372"/>
          <a:stretch/>
        </p:blipFill>
        <p:spPr bwMode="auto">
          <a:xfrm>
            <a:off x="539552" y="1304417"/>
            <a:ext cx="3096344" cy="264059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9" descr="000021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56" t="13884" r="16435" b="11034"/>
          <a:stretch/>
        </p:blipFill>
        <p:spPr bwMode="auto">
          <a:xfrm>
            <a:off x="4382794" y="1042144"/>
            <a:ext cx="4077638" cy="298041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docu204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6" t="14777" r="2521" b="7249"/>
          <a:stretch>
            <a:fillRect/>
          </a:stretch>
        </p:blipFill>
        <p:spPr bwMode="auto">
          <a:xfrm>
            <a:off x="2771800" y="4269073"/>
            <a:ext cx="3528392" cy="233096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11561" y="190381"/>
            <a:ext cx="80648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รูปแบบการแตกของกระจก ( </a:t>
            </a:r>
            <a:r>
              <a:rPr lang="en-US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Glass fracture pattern </a:t>
            </a:r>
            <a:r>
              <a:rPr lang="th-TH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Mali Grade 6" panose="02000506000000020004" pitchFamily="2" charset="-34"/>
                <a:cs typeface="TH Mali Grade 6" panose="02000506000000020004" pitchFamily="2" charset="-34"/>
              </a:rPr>
              <a:t>)</a:t>
            </a:r>
            <a:endParaRPr lang="en-US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Mali Grade 6" panose="02000506000000020004" pitchFamily="2" charset="-34"/>
              <a:cs typeface="TH Mali Grade 6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71842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รูปภาพ 4" descr="team-development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ชื่อเรื่อง 1"/>
          <p:cNvSpPr>
            <a:spLocks noGrp="1"/>
          </p:cNvSpPr>
          <p:nvPr>
            <p:ph type="title"/>
          </p:nvPr>
        </p:nvSpPr>
        <p:spPr>
          <a:xfrm>
            <a:off x="457200" y="-142875"/>
            <a:ext cx="8229600" cy="1143000"/>
          </a:xfrm>
        </p:spPr>
        <p:txBody>
          <a:bodyPr/>
          <a:lstStyle/>
          <a:p>
            <a:r>
              <a:rPr lang="th-TH" b="1" smtClean="0">
                <a:latin typeface="TH SarabunPSK" pitchFamily="34" charset="-34"/>
                <a:cs typeface="TH SarabunPSK" pitchFamily="34" charset="-34"/>
              </a:rPr>
              <a:t>การดำเนินการภายหลังการตรวจสถานที่เกิดเหตุ</a:t>
            </a:r>
          </a:p>
        </p:txBody>
      </p:sp>
      <p:graphicFrame>
        <p:nvGraphicFramePr>
          <p:cNvPr id="4" name="ไดอะแกรม 3"/>
          <p:cNvGraphicFramePr/>
          <p:nvPr/>
        </p:nvGraphicFramePr>
        <p:xfrm>
          <a:off x="0" y="1000108"/>
          <a:ext cx="9144000" cy="58578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466ACDC-4502-4551-ABCC-2EB093372C5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1466ACDC-4502-4551-ABCC-2EB093372C5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25F7D12-1E10-4840-A47D-CAC1D72A88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F25F7D12-1E10-4840-A47D-CAC1D72A886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AD9577F-50CE-475D-9918-93F0D6C301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graphicEl>
                                              <a:dgm id="{3AD9577F-50CE-475D-9918-93F0D6C301B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30FD537-E7D8-473D-9A70-8B14D03F08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graphicEl>
                                              <a:dgm id="{030FD537-E7D8-473D-9A70-8B14D03F084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9943374-636B-43C1-B55F-67748D2B45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graphicEl>
                                              <a:dgm id="{A9943374-636B-43C1-B55F-67748D2B45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5548EC1-E4F1-479F-859D-A99249D611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>
                                            <p:graphicEl>
                                              <a:dgm id="{F5548EC1-E4F1-479F-859D-A99249D611C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รูปภาพ 3" descr="images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688" y="1785938"/>
            <a:ext cx="5143500" cy="476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ชื่อเรื่อง 1"/>
          <p:cNvSpPr>
            <a:spLocks noGrp="1"/>
          </p:cNvSpPr>
          <p:nvPr>
            <p:ph type="title"/>
          </p:nvPr>
        </p:nvSpPr>
        <p:spPr>
          <a:xfrm>
            <a:off x="1071563" y="-71438"/>
            <a:ext cx="7143750" cy="1357313"/>
          </a:xfrm>
        </p:spPr>
        <p:txBody>
          <a:bodyPr/>
          <a:lstStyle/>
          <a:p>
            <a:r>
              <a:rPr lang="th-TH" sz="3600" b="1" smtClean="0">
                <a:latin typeface="TH SarabunPSK" pitchFamily="34" charset="-34"/>
                <a:cs typeface="TH SarabunPSK" pitchFamily="34" charset="-34"/>
              </a:rPr>
              <a:t>ยุทธวิธีการสืบสวน</a:t>
            </a:r>
            <a:br>
              <a:rPr lang="th-TH" sz="3600" b="1" smtClean="0">
                <a:latin typeface="TH SarabunPSK" pitchFamily="34" charset="-34"/>
                <a:cs typeface="TH SarabunPSK" pitchFamily="34" charset="-34"/>
              </a:rPr>
            </a:br>
            <a:r>
              <a:rPr lang="en-US" sz="3600" b="1" smtClean="0">
                <a:latin typeface="TH SarabunPSK" pitchFamily="34" charset="-34"/>
                <a:cs typeface="TH SarabunPSK" pitchFamily="34" charset="-34"/>
              </a:rPr>
              <a:t>Investigative Methods &amp; Techniques</a:t>
            </a:r>
            <a:endParaRPr lang="th-TH" sz="3600" b="1" smtClean="0">
              <a:latin typeface="TH SarabunPSK" pitchFamily="34" charset="-34"/>
              <a:cs typeface="TH SarabunPSK" pitchFamily="34" charset="-34"/>
            </a:endParaRPr>
          </a:p>
        </p:txBody>
      </p:sp>
      <p:graphicFrame>
        <p:nvGraphicFramePr>
          <p:cNvPr id="3" name="ไดอะแกรม 2"/>
          <p:cNvGraphicFramePr/>
          <p:nvPr/>
        </p:nvGraphicFramePr>
        <p:xfrm>
          <a:off x="928662" y="1285860"/>
          <a:ext cx="8715404" cy="55721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3E94D81-9756-4B26-977C-E63CD63DAE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93E94D81-9756-4B26-977C-E63CD63DAE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93E94D81-9756-4B26-977C-E63CD63DAE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B82133D-878D-440C-983B-6DE2037162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graphicEl>
                                              <a:dgm id="{CB82133D-878D-440C-983B-6DE2037162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graphicEl>
                                              <a:dgm id="{CB82133D-878D-440C-983B-6DE2037162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4CC14FD-ADA0-4E84-8824-ADA083AC78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graphicEl>
                                              <a:dgm id="{74CC14FD-ADA0-4E84-8824-ADA083AC78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graphicEl>
                                              <a:dgm id="{74CC14FD-ADA0-4E84-8824-ADA083AC78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47C0693-ED5A-4A83-B212-2F0BEEB3D3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graphicEl>
                                              <a:dgm id="{847C0693-ED5A-4A83-B212-2F0BEEB3D3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graphicEl>
                                              <a:dgm id="{847C0693-ED5A-4A83-B212-2F0BEEB3D3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9BBE446-60D6-4D74-BD04-B034C15604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graphicEl>
                                              <a:dgm id="{F9BBE446-60D6-4D74-BD04-B034C15604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graphicEl>
                                              <a:dgm id="{F9BBE446-60D6-4D74-BD04-B034C15604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22CF629-F785-4200-BE30-0BDBAD86B5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graphicEl>
                                              <a:dgm id="{D22CF629-F785-4200-BE30-0BDBAD86B5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graphicEl>
                                              <a:dgm id="{D22CF629-F785-4200-BE30-0BDBAD86B5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268FF5A-C89E-4637-BB06-438083DBD8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graphicEl>
                                              <a:dgm id="{2268FF5A-C89E-4637-BB06-438083DBD8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graphicEl>
                                              <a:dgm id="{2268FF5A-C89E-4637-BB06-438083DBD8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826EBE0-8A93-4179-A72B-4964F22829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graphicEl>
                                              <a:dgm id="{B826EBE0-8A93-4179-A72B-4964F22829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graphicEl>
                                              <a:dgm id="{B826EBE0-8A93-4179-A72B-4964F22829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AB7F1DE-8E6E-4670-A3C5-222F35427D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graphicEl>
                                              <a:dgm id="{6AB7F1DE-8E6E-4670-A3C5-222F35427D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graphicEl>
                                              <a:dgm id="{6AB7F1DE-8E6E-4670-A3C5-222F35427D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D16A110-59B9-46E0-9EB5-1C5BA9F9F7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graphicEl>
                                              <a:dgm id="{5D16A110-59B9-46E0-9EB5-1C5BA9F9F7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graphicEl>
                                              <a:dgm id="{5D16A110-59B9-46E0-9EB5-1C5BA9F9F7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C6E5BF1-1C1E-4898-9FD7-28732E9125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graphicEl>
                                              <a:dgm id="{EC6E5BF1-1C1E-4898-9FD7-28732E9125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graphicEl>
                                              <a:dgm id="{EC6E5BF1-1C1E-4898-9FD7-28732E9125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188B0E2-B930-4DDF-874E-27A3E15289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graphicEl>
                                              <a:dgm id="{6188B0E2-B930-4DDF-874E-27A3E15289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graphicEl>
                                              <a:dgm id="{6188B0E2-B930-4DDF-874E-27A3E15289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A45C0C8-33DC-4911-892B-6F2B91F66A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graphicEl>
                                              <a:dgm id="{9A45C0C8-33DC-4911-892B-6F2B91F66A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graphicEl>
                                              <a:dgm id="{9A45C0C8-33DC-4911-892B-6F2B91F66A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340D5C6-86A4-4316-B9B7-AC9160B979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graphicEl>
                                              <a:dgm id="{0340D5C6-86A4-4316-B9B7-AC9160B979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graphicEl>
                                              <a:dgm id="{0340D5C6-86A4-4316-B9B7-AC9160B979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2793A36-96D6-4C2F-A395-88C8E6CCAF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graphicEl>
                                              <a:dgm id="{E2793A36-96D6-4C2F-A395-88C8E6CCAF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graphicEl>
                                              <a:dgm id="{E2793A36-96D6-4C2F-A395-88C8E6CCAF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63952F5-2B98-42D0-A716-6F5E3DAD99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">
                                            <p:graphicEl>
                                              <a:dgm id="{363952F5-2B98-42D0-A716-6F5E3DAD99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">
                                            <p:graphicEl>
                                              <a:dgm id="{363952F5-2B98-42D0-A716-6F5E3DAD99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2ED14B2-FF11-4B50-8F94-F13571C781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">
                                            <p:graphicEl>
                                              <a:dgm id="{F2ED14B2-FF11-4B50-8F94-F13571C781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">
                                            <p:graphicEl>
                                              <a:dgm id="{F2ED14B2-FF11-4B50-8F94-F13571C781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รูปภาพ 5" descr="paperwork-pile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85918" y="964413"/>
            <a:ext cx="5286380" cy="58935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8675" name="ชื่อเรื่อง 1"/>
          <p:cNvSpPr>
            <a:spLocks noGrp="1"/>
          </p:cNvSpPr>
          <p:nvPr>
            <p:ph type="title"/>
          </p:nvPr>
        </p:nvSpPr>
        <p:spPr>
          <a:xfrm>
            <a:off x="2243138" y="0"/>
            <a:ext cx="5186362" cy="714375"/>
          </a:xfrm>
        </p:spPr>
        <p:txBody>
          <a:bodyPr/>
          <a:lstStyle/>
          <a:p>
            <a:r>
              <a:rPr lang="th-TH" b="1" smtClean="0">
                <a:latin typeface="TH SarabunPSK" pitchFamily="34" charset="-34"/>
                <a:cs typeface="TH SarabunPSK" pitchFamily="34" charset="-34"/>
              </a:rPr>
              <a:t>การสอบสวนดำเนินคดี</a:t>
            </a:r>
          </a:p>
        </p:txBody>
      </p:sp>
      <p:graphicFrame>
        <p:nvGraphicFramePr>
          <p:cNvPr id="4" name="ไดอะแกรม 3"/>
          <p:cNvGraphicFramePr/>
          <p:nvPr/>
        </p:nvGraphicFramePr>
        <p:xfrm>
          <a:off x="714348" y="1397000"/>
          <a:ext cx="6905652" cy="4889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4117255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53F2AB7-618D-49F5-B09E-3183ACAD8E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C53F2AB7-618D-49F5-B09E-3183ACAD8E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C53F2AB7-618D-49F5-B09E-3183ACAD8E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B8DA7A0-754C-40CA-B617-7A06584601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AB8DA7A0-754C-40CA-B617-7A06584601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AB8DA7A0-754C-40CA-B617-7A06584601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031F372-0EAB-48E3-ADDB-A9C828BFEC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graphicEl>
                                              <a:dgm id="{3031F372-0EAB-48E3-ADDB-A9C828BFEC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graphicEl>
                                              <a:dgm id="{3031F372-0EAB-48E3-ADDB-A9C828BFEC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D94EA5B-85FC-4234-A1E8-8D82F6FFE2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graphicEl>
                                              <a:dgm id="{4D94EA5B-85FC-4234-A1E8-8D82F6FFE2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graphicEl>
                                              <a:dgm id="{4D94EA5B-85FC-4234-A1E8-8D82F6FFE2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D77DC37-DCDE-4174-9B96-6B9FBDCF10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graphicEl>
                                              <a:dgm id="{3D77DC37-DCDE-4174-9B96-6B9FBDCF10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graphicEl>
                                              <a:dgm id="{3D77DC37-DCDE-4174-9B96-6B9FBDCF10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1E96223-16B3-4753-B322-322766CF5D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graphicEl>
                                              <a:dgm id="{A1E96223-16B3-4753-B322-322766CF5D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graphicEl>
                                              <a:dgm id="{A1E96223-16B3-4753-B322-322766CF5D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53B9648-AF73-4D89-9156-2B60BF4143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graphicEl>
                                              <a:dgm id="{353B9648-AF73-4D89-9156-2B60BF4143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graphicEl>
                                              <a:dgm id="{353B9648-AF73-4D89-9156-2B60BF4143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12A5900-E490-4975-AE72-C9B81064A3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graphicEl>
                                              <a:dgm id="{712A5900-E490-4975-AE72-C9B81064A3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graphicEl>
                                              <a:dgm id="{712A5900-E490-4975-AE72-C9B81064A3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A67F2D1-FAB8-490D-8DCA-ACB7B42922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graphicEl>
                                              <a:dgm id="{0A67F2D1-FAB8-490D-8DCA-ACB7B42922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graphicEl>
                                              <a:dgm id="{0A67F2D1-FAB8-490D-8DCA-ACB7B42922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002D7D4-36CA-48B2-A7F2-89908E911F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graphicEl>
                                              <a:dgm id="{6002D7D4-36CA-48B2-A7F2-89908E911F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graphicEl>
                                              <a:dgm id="{6002D7D4-36CA-48B2-A7F2-89908E911F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ชื่อเรื่อง 1"/>
          <p:cNvSpPr>
            <a:spLocks noGrp="1"/>
          </p:cNvSpPr>
          <p:nvPr>
            <p:ph type="title"/>
          </p:nvPr>
        </p:nvSpPr>
        <p:spPr>
          <a:xfrm>
            <a:off x="357188" y="1071563"/>
            <a:ext cx="8229600" cy="1143000"/>
          </a:xfrm>
        </p:spPr>
        <p:txBody>
          <a:bodyPr/>
          <a:lstStyle/>
          <a:p>
            <a:r>
              <a:rPr lang="th-TH" sz="8000" b="1" smtClean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จบการบรรยาย</a:t>
            </a:r>
          </a:p>
        </p:txBody>
      </p:sp>
      <p:pic>
        <p:nvPicPr>
          <p:cNvPr id="29699" name="รูปภาพ 2" descr="faq-web.jpe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50" y="2214563"/>
            <a:ext cx="8358188" cy="28543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07851846"/>
      </p:ext>
    </p:extLst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</p:bldLst>
  </p:timing>
</p:sld>
</file>

<file path=ppt/theme/theme1.xml><?xml version="1.0" encoding="utf-8"?>
<a:theme xmlns:a="http://schemas.openxmlformats.org/drawingml/2006/main" name="ชุดรูปแบบของ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3931</TotalTime>
  <Words>1240</Words>
  <Application>Microsoft Office PowerPoint</Application>
  <PresentationFormat>On-screen Show (4:3)</PresentationFormat>
  <Paragraphs>177</Paragraphs>
  <Slides>33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ชุดรูปแบบของ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เมื่อเกิดคดีฆาตกรรม </vt:lpstr>
      <vt:lpstr>PowerPoint Presentation</vt:lpstr>
      <vt:lpstr>การแจ้งเหตุและการรายงาน</vt:lpstr>
      <vt:lpstr>สถานที่เกิดเหตุ</vt:lpstr>
      <vt:lpstr>ความน่าเชื่อถือของพยานหลักฐาน</vt:lpstr>
      <vt:lpstr>ห่วงโซ่แห่งการครอบครองวัตถุพยาน Chain of Custody</vt:lpstr>
      <vt:lpstr>ห่วงโซ่แห่งการครอบครองวัตถุพยาน Chain of Custody</vt:lpstr>
      <vt:lpstr>การตรวจศพในสถานที่พบศพ</vt:lpstr>
      <vt:lpstr>พฤติการณ์การตาย</vt:lpstr>
      <vt:lpstr>พยานวัตถุที่มีรูปแบบ  ( Pattern evidence ) </vt:lpstr>
      <vt:lpstr>PowerPoint Presentation</vt:lpstr>
      <vt:lpstr>PowerPoint Presentation</vt:lpstr>
      <vt:lpstr>PowerPoint Presentation</vt:lpstr>
      <vt:lpstr>PowerPoint Presentation</vt:lpstr>
      <vt:lpstr>อัตราเร็วของการกระจายของเลือด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การดำเนินการภายหลังการตรวจสถานที่เกิดเหตุ</vt:lpstr>
      <vt:lpstr>ยุทธวิธีการสืบสวน Investigative Methods &amp; Techniques</vt:lpstr>
      <vt:lpstr>การสอบสวนดำเนินคดี</vt:lpstr>
      <vt:lpstr>จบการบรรยาย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ภาพนิ่ง 1</dc:title>
  <dc:creator>banana eak 121</dc:creator>
  <cp:lastModifiedBy>Win8.1</cp:lastModifiedBy>
  <cp:revision>236</cp:revision>
  <cp:lastPrinted>2018-12-11T07:53:52Z</cp:lastPrinted>
  <dcterms:created xsi:type="dcterms:W3CDTF">2018-01-28T13:54:37Z</dcterms:created>
  <dcterms:modified xsi:type="dcterms:W3CDTF">2018-12-12T03:27:50Z</dcterms:modified>
</cp:coreProperties>
</file>